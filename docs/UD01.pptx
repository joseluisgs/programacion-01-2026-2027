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howSpecialPlsOnTitleSld="0" autoCompressPictures="0">
  <p:sldMasterIdLst>
    <p:sldMasterId id="2147483648" r:id="rId1"/>
    <p:sldMasterId id="2147483666" r:id="rId3"/>
  </p:sldMasterIdLst>
  <p:notesMasterIdLst>
    <p:notesMasterId r:id="rId5"/>
  </p:notesMasterIdLst>
  <p:handoutMasterIdLst>
    <p:handoutMasterId r:id="rId41"/>
  </p:handoutMasterIdLst>
  <p:sldIdLst>
    <p:sldId id="296" r:id="rId4"/>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316" r:id="rId25"/>
    <p:sldId id="317" r:id="rId26"/>
    <p:sldId id="318" r:id="rId27"/>
    <p:sldId id="319" r:id="rId28"/>
    <p:sldId id="320" r:id="rId29"/>
    <p:sldId id="321" r:id="rId30"/>
    <p:sldId id="322" r:id="rId31"/>
    <p:sldId id="323" r:id="rId32"/>
    <p:sldId id="324" r:id="rId33"/>
    <p:sldId id="325" r:id="rId34"/>
    <p:sldId id="326" r:id="rId35"/>
    <p:sldId id="330" r:id="rId36"/>
    <p:sldId id="331" r:id="rId37"/>
    <p:sldId id="327" r:id="rId38"/>
    <p:sldId id="328" r:id="rId39"/>
    <p:sldId id="329" r:id="rId40"/>
  </p:sldIdLst>
  <p:sldSz cx="12192000" cy="6858000"/>
  <p:notesSz cx="6858000" cy="9144000"/>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6000" autoAdjust="0"/>
    <p:restoredTop sz="94660"/>
  </p:normalViewPr>
  <p:slideViewPr>
    <p:cSldViewPr snapToGrid="0">
      <p:cViewPr varScale="1">
        <p:scale>
          <a:sx n="106" d="100"/>
          <a:sy n="106" d="100"/>
        </p:scale>
        <p:origin x="232" y="184"/>
      </p:cViewPr>
      <p:guideLst>
        <p:guide orient="horz" pos="2162"/>
        <p:guide pos="3812"/>
      </p:guideLst>
    </p:cSldViewPr>
  </p:slideViewPr>
  <p:notesTextViewPr>
    <p:cViewPr>
      <p:scale>
        <a:sx n="1" d="1"/>
        <a:sy n="1" d="1"/>
      </p:scale>
      <p:origin x="0" y="0"/>
    </p:cViewPr>
  </p:notesTextViewPr>
  <p:notesViewPr>
    <p:cSldViewPr snapToGrid="0">
      <p:cViewPr varScale="1">
        <p:scale>
          <a:sx n="89" d="100"/>
          <a:sy n="89" d="100"/>
        </p:scale>
        <p:origin x="3780"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788D56A-B8AF-4D94-9DE9-A106499E590D}" type="datetime1">
              <a:rPr lang="es-ES" smtClean="0"/>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831430A-4AA4-45C8-AC23-CD6B61C41A4C}" type="slidenum">
              <a:rPr lang="es-ES" smtClean="0"/>
            </a:fld>
            <a:endParaRPr lang="es-E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E7FB6AEF-056A-4C82-A275-3A606C42F0EE}" type="datetime1">
              <a:rPr lang="es-ES" noProof="0" smtClean="0"/>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734D747-9380-41EE-9946-EC9EC0CA5D1E}" type="slidenum">
              <a:rPr lang="es-ES" noProof="0" smtClean="0"/>
            </a:fld>
            <a:endParaRPr lang="es-ES" noProof="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1734D747-9380-41EE-9946-EC9EC0CA5D1E}" type="slidenum">
              <a:rPr lang="es-ES" smtClean="0"/>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1734D747-9380-41EE-9946-EC9EC0CA5D1E}" type="slidenum">
              <a:rPr lang="es-ES" smtClean="0"/>
            </a:fld>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1734D747-9380-41EE-9946-EC9EC0CA5D1E}" type="slidenum">
              <a:rPr lang="es-ES" smtClean="0"/>
            </a:fld>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1734D747-9380-41EE-9946-EC9EC0CA5D1E}" type="slidenum">
              <a:rPr lang="es-ES" smtClean="0"/>
            </a:fld>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1734D747-9380-41EE-9946-EC9EC0CA5D1E}" type="slidenum">
              <a:rPr lang="es-ES" smtClean="0"/>
            </a:fld>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número de diapositiva 3"/>
          <p:cNvSpPr>
            <a:spLocks noGrp="1"/>
          </p:cNvSpPr>
          <p:nvPr>
            <p:ph type="sldNum" sz="quarter" idx="5"/>
          </p:nvPr>
        </p:nvSpPr>
        <p:spPr/>
        <p:txBody>
          <a:bodyPr rtlCol="0"/>
          <a:lstStyle/>
          <a:p>
            <a:pPr rtl="0"/>
            <a:fld id="{1734D747-9380-41EE-9946-EC9EC0CA5D1E}" type="slidenum">
              <a:rPr lang="es-ES" smtClean="0"/>
            </a:fld>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6" Type="http://schemas.openxmlformats.org/officeDocument/2006/relationships/image" Target="../media/image1.png"/><Relationship Id="rId5" Type="http://schemas.openxmlformats.org/officeDocument/2006/relationships/hyperlink" Target="https://twitter.com/joseluisgonsan" TargetMode="External"/><Relationship Id="rId4" Type="http://schemas.openxmlformats.org/officeDocument/2006/relationships/image" Target="../media/image2.png"/><Relationship Id="rId3" Type="http://schemas.openxmlformats.org/officeDocument/2006/relationships/hyperlink" Target="https://github.com/joseluisgs"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6" Type="http://schemas.openxmlformats.org/officeDocument/2006/relationships/image" Target="../media/image2.png"/><Relationship Id="rId5" Type="http://schemas.openxmlformats.org/officeDocument/2006/relationships/hyperlink" Target="https://github.com/joseluisgs" TargetMode="External"/><Relationship Id="rId4" Type="http://schemas.openxmlformats.org/officeDocument/2006/relationships/image" Target="../media/image1.png"/><Relationship Id="rId3" Type="http://schemas.openxmlformats.org/officeDocument/2006/relationships/hyperlink" Target="https://twitter.com/joseluisgonsan"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6" Type="http://schemas.openxmlformats.org/officeDocument/2006/relationships/image" Target="../media/image1.png"/><Relationship Id="rId5" Type="http://schemas.openxmlformats.org/officeDocument/2006/relationships/hyperlink" Target="https://twitter.com/joseluisgonsan" TargetMode="External"/><Relationship Id="rId4" Type="http://schemas.openxmlformats.org/officeDocument/2006/relationships/image" Target="../media/image2.png"/><Relationship Id="rId3" Type="http://schemas.openxmlformats.org/officeDocument/2006/relationships/hyperlink" Target="https://github.com/joseluisgs" TargetMode="External"/><Relationship Id="rId2" Type="http://schemas.openxmlformats.org/officeDocument/2006/relationships/hyperlink" Target="https://joseluisgs.github.io/"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1" name="Rectángulo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7" name="Grupo 6"/>
          <p:cNvGrpSpPr/>
          <p:nvPr userDrawn="1"/>
        </p:nvGrpSpPr>
        <p:grpSpPr>
          <a:xfrm>
            <a:off x="-1604709" y="-3756"/>
            <a:ext cx="13796710" cy="6861756"/>
            <a:chOff x="-1604709" y="-3756"/>
            <a:chExt cx="13796710" cy="6861756"/>
          </a:xfrm>
        </p:grpSpPr>
        <p:grpSp>
          <p:nvGrpSpPr>
            <p:cNvPr id="8" name="Grupo 7"/>
            <p:cNvGrpSpPr/>
            <p:nvPr/>
          </p:nvGrpSpPr>
          <p:grpSpPr>
            <a:xfrm>
              <a:off x="-16298" y="0"/>
              <a:ext cx="12208299" cy="6858000"/>
              <a:chOff x="-16298" y="0"/>
              <a:chExt cx="12208299" cy="6858000"/>
            </a:xfrm>
          </p:grpSpPr>
          <p:sp>
            <p:nvSpPr>
              <p:cNvPr id="15" name="Forma libre: Forma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6" name="Forma libre: Forma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Triángulo rectángulo 16"/>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8" name="Triángulo rectángulo 17"/>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9" name="Triángulo rectángulo 18"/>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0" name="Forma libre: Forma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9" name="Forma libre: Forma 12"/>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1" name="Forma libre: Forma 12"/>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12" name="Grupo 11"/>
            <p:cNvGrpSpPr/>
            <p:nvPr/>
          </p:nvGrpSpPr>
          <p:grpSpPr>
            <a:xfrm>
              <a:off x="-760406" y="4672937"/>
              <a:ext cx="1520812" cy="1520812"/>
              <a:chOff x="-1604709" y="3012880"/>
              <a:chExt cx="3211378" cy="3211378"/>
            </a:xfrm>
          </p:grpSpPr>
          <p:sp>
            <p:nvSpPr>
              <p:cNvPr id="13" name="Forma libre: Forma 12"/>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Forma libre: Forma 12"/>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sp>
        <p:nvSpPr>
          <p:cNvPr id="2" name="Título 1"/>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rtl="0"/>
            <a:r>
              <a:rPr lang="es-ES" noProof="0"/>
              <a:t>TÍTULO</a:t>
            </a:r>
            <a:endParaRPr lang="es-ES" noProof="0"/>
          </a:p>
        </p:txBody>
      </p:sp>
      <p:sp>
        <p:nvSpPr>
          <p:cNvPr id="3" name="Subtítulo 2"/>
          <p:cNvSpPr>
            <a:spLocks noGrp="1"/>
          </p:cNvSpPr>
          <p:nvPr>
            <p:ph type="subTitle" idx="1" hasCustomPrompt="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rtl="0"/>
            <a:r>
              <a:rPr lang="es-ES" noProof="0"/>
              <a:t>Haga clic para modificar el estilo de subtítulo del patrón</a:t>
            </a:r>
            <a:endParaRPr lang="es-ES" noProof="0"/>
          </a:p>
        </p:txBody>
      </p:sp>
      <p:sp>
        <p:nvSpPr>
          <p:cNvPr id="26" name="Marcador de número de diapositiva 4">
            <a:hlinkClick r:id="rId2"/>
          </p:cNvPr>
          <p:cNvSpPr txBox="1"/>
          <p:nvPr userDrawn="1"/>
        </p:nvSpPr>
        <p:spPr>
          <a:xfrm>
            <a:off x="2727846" y="4880149"/>
            <a:ext cx="7111097" cy="36512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2400" u="none" dirty="0">
                <a:solidFill>
                  <a:schemeClr val="bg1"/>
                </a:solidFill>
              </a:rPr>
              <a:t>José Luis González Sánchez   </a:t>
            </a:r>
            <a:endParaRPr lang="es-ES" sz="2400" u="none" dirty="0">
              <a:solidFill>
                <a:schemeClr val="bg1"/>
              </a:solidFill>
            </a:endParaRPr>
          </a:p>
        </p:txBody>
      </p:sp>
      <p:pic>
        <p:nvPicPr>
          <p:cNvPr id="27"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590428" y="5433343"/>
            <a:ext cx="432000" cy="432000"/>
          </a:xfrm>
          <a:prstGeom prst="rect">
            <a:avLst/>
          </a:prstGeom>
          <a:noFill/>
          <a:extLst>
            <a:ext uri="{909E8E84-426E-40DD-AFC4-6F175D3DCCD1}">
              <a14:hiddenFill xmlns:a14="http://schemas.microsoft.com/office/drawing/2010/main">
                <a:solidFill>
                  <a:srgbClr val="FFFFFF"/>
                </a:solidFill>
              </a14:hiddenFill>
            </a:ext>
          </a:extLst>
        </p:spPr>
      </p:pic>
      <p:pic>
        <p:nvPicPr>
          <p:cNvPr id="28" name="Imagen 27">
            <a:hlinkClick r:id="rId5"/>
          </p:cNvPr>
          <p:cNvPicPr>
            <a:picLocks noChangeAspect="1"/>
          </p:cNvPicPr>
          <p:nvPr userDrawn="1"/>
        </p:nvPicPr>
        <p:blipFill>
          <a:blip r:embed="rId6"/>
          <a:stretch>
            <a:fillRect/>
          </a:stretch>
        </p:blipFill>
        <p:spPr>
          <a:xfrm>
            <a:off x="6202698" y="5436504"/>
            <a:ext cx="430990" cy="432000"/>
          </a:xfrm>
          <a:prstGeom prst="rect">
            <a:avLst/>
          </a:prstGeom>
        </p:spPr>
      </p:pic>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7" name="Rectángulo 6"/>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Forma libre: Forma 8"/>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Triángulo rectángulo 9"/>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Forma libre: Forma 10"/>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Forma libre: Forma 11"/>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3" name="Forma libre: Forma 12"/>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4" name="Forma libre: Forma 13"/>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5" name="Forma libre: Forma 14"/>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grpSp>
        <p:nvGrpSpPr>
          <p:cNvPr id="16" name="Grupo 15"/>
          <p:cNvGrpSpPr/>
          <p:nvPr userDrawn="1"/>
        </p:nvGrpSpPr>
        <p:grpSpPr>
          <a:xfrm rot="16200000">
            <a:off x="431651" y="-917359"/>
            <a:ext cx="1532001" cy="1826463"/>
            <a:chOff x="10800164" y="7142066"/>
            <a:chExt cx="2775293" cy="3308724"/>
          </a:xfrm>
        </p:grpSpPr>
        <p:sp>
          <p:nvSpPr>
            <p:cNvPr id="17" name="Forma libre: Forma 16"/>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8" name="Forma libre: Forma 17"/>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19" name="Grupo 18"/>
          <p:cNvGrpSpPr/>
          <p:nvPr userDrawn="1"/>
        </p:nvGrpSpPr>
        <p:grpSpPr>
          <a:xfrm rot="16200000">
            <a:off x="1992859" y="-497210"/>
            <a:ext cx="818398" cy="986162"/>
            <a:chOff x="10945855" y="7317026"/>
            <a:chExt cx="2483924" cy="2993104"/>
          </a:xfrm>
        </p:grpSpPr>
        <p:sp>
          <p:nvSpPr>
            <p:cNvPr id="20" name="Forma libre: Forma 19"/>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1" name="Forma libre: Forma 20"/>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3" name="Marcador de texto 2"/>
          <p:cNvSpPr>
            <a:spLocks noGrp="1"/>
          </p:cNvSpPr>
          <p:nvPr>
            <p:ph type="body" idx="1" hasCustomPrompt="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rtl="0"/>
            <a:r>
              <a:rPr lang="es-ES" noProof="0"/>
              <a:t>Editar estilos de texto del patrón</a:t>
            </a:r>
            <a:endParaRPr lang="es-ES" noProof="0"/>
          </a:p>
        </p:txBody>
      </p:sp>
      <p:sp>
        <p:nvSpPr>
          <p:cNvPr id="22" name="Marcador de número de diapositiva 4"/>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sp>
        <p:nvSpPr>
          <p:cNvPr id="23" name="Título 1"/>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rtl="0"/>
            <a:r>
              <a:rPr lang="es-ES" noProof="0"/>
              <a:t>Título de la sección 01</a:t>
            </a:r>
            <a:endParaRPr lang="es-ES" noProof="0"/>
          </a:p>
        </p:txBody>
      </p:sp>
    </p:spTree>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alternativo">
    <p:spTree>
      <p:nvGrpSpPr>
        <p:cNvPr id="1" name=""/>
        <p:cNvGrpSpPr/>
        <p:nvPr/>
      </p:nvGrpSpPr>
      <p:grpSpPr>
        <a:xfrm>
          <a:off x="0" y="0"/>
          <a:ext cx="0" cy="0"/>
          <a:chOff x="0" y="0"/>
          <a:chExt cx="0" cy="0"/>
        </a:xfrm>
      </p:grpSpPr>
      <p:sp>
        <p:nvSpPr>
          <p:cNvPr id="22" name="Rectángulo 21"/>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4" name="Forma libre: Forma 33"/>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24" name="Forma libre: Forma 23"/>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5" name="Forma libre: Forma 24"/>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26" name="Grupo 25"/>
          <p:cNvGrpSpPr/>
          <p:nvPr userDrawn="1"/>
        </p:nvGrpSpPr>
        <p:grpSpPr>
          <a:xfrm>
            <a:off x="9776075" y="2057401"/>
            <a:ext cx="4413559" cy="3934444"/>
            <a:chOff x="9222437" y="1088097"/>
            <a:chExt cx="5433318" cy="4843502"/>
          </a:xfrm>
        </p:grpSpPr>
        <p:sp>
          <p:nvSpPr>
            <p:cNvPr id="27" name="Forma libre: Forma 26"/>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28" name="Forma libre: Forma 27"/>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grpSp>
      <p:sp>
        <p:nvSpPr>
          <p:cNvPr id="29" name="Forma libre: Forma 28"/>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30" name="Forma libre: Forma 29"/>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grpSp>
        <p:nvGrpSpPr>
          <p:cNvPr id="31" name="Grupo 30"/>
          <p:cNvGrpSpPr/>
          <p:nvPr userDrawn="1"/>
        </p:nvGrpSpPr>
        <p:grpSpPr>
          <a:xfrm rot="16200000" flipH="1">
            <a:off x="9913705" y="6257994"/>
            <a:ext cx="1052473" cy="1209445"/>
            <a:chOff x="10800165" y="7142066"/>
            <a:chExt cx="2775293" cy="3189215"/>
          </a:xfrm>
        </p:grpSpPr>
        <p:sp>
          <p:nvSpPr>
            <p:cNvPr id="32" name="Forma libre: Forma 31"/>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3" name="Forma libre: Forma 32"/>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 name="Título 1"/>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rtl="0"/>
            <a:r>
              <a:rPr lang="es-ES" noProof="0"/>
              <a:t>Título de la sección 01</a:t>
            </a:r>
            <a:endParaRPr lang="es-ES" noProof="0"/>
          </a:p>
        </p:txBody>
      </p:sp>
      <p:sp>
        <p:nvSpPr>
          <p:cNvPr id="3" name="Marcador de texto 2"/>
          <p:cNvSpPr>
            <a:spLocks noGrp="1"/>
          </p:cNvSpPr>
          <p:nvPr>
            <p:ph type="body" idx="1" hasCustomPrompt="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rtl="0"/>
            <a:r>
              <a:rPr lang="es-ES" noProof="0"/>
              <a:t>Editar estilos de texto del patrón</a:t>
            </a:r>
            <a:endParaRPr lang="es-ES" noProof="0"/>
          </a:p>
        </p:txBody>
      </p:sp>
      <p:sp>
        <p:nvSpPr>
          <p:cNvPr id="35" name="Marcador de número de diapositiva 4"/>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spTree>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de citas">
    <p:spTree>
      <p:nvGrpSpPr>
        <p:cNvPr id="1" name=""/>
        <p:cNvGrpSpPr/>
        <p:nvPr/>
      </p:nvGrpSpPr>
      <p:grpSpPr>
        <a:xfrm>
          <a:off x="0" y="0"/>
          <a:ext cx="0" cy="0"/>
          <a:chOff x="0" y="0"/>
          <a:chExt cx="0" cy="0"/>
        </a:xfrm>
      </p:grpSpPr>
      <p:sp>
        <p:nvSpPr>
          <p:cNvPr id="22" name="Rectángulo 21"/>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4" name="Forma libre: Forma 33"/>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24" name="Forma libre: Forma 23"/>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5" name="Forma libre: Forma 24"/>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3" name="Grupo 2"/>
          <p:cNvGrpSpPr/>
          <p:nvPr userDrawn="1"/>
        </p:nvGrpSpPr>
        <p:grpSpPr>
          <a:xfrm>
            <a:off x="533399" y="914400"/>
            <a:ext cx="1944914" cy="2868218"/>
            <a:chOff x="533399" y="914400"/>
            <a:chExt cx="1944914" cy="2868218"/>
          </a:xfrm>
        </p:grpSpPr>
        <p:sp>
          <p:nvSpPr>
            <p:cNvPr id="4" name="Elipse 3"/>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8" name="Título 1"/>
            <p:cNvSpPr txBox="1"/>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rtl="0"/>
              <a:r>
                <a:rPr lang="es-ES" sz="18400" noProof="0" dirty="0">
                  <a:solidFill>
                    <a:schemeClr val="accent1">
                      <a:lumMod val="60000"/>
                      <a:lumOff val="40000"/>
                    </a:schemeClr>
                  </a:solidFill>
                  <a:latin typeface="+mj-lt"/>
                </a:rPr>
                <a:t>“</a:t>
              </a:r>
              <a:endParaRPr lang="es-ES" sz="18400" noProof="0" dirty="0">
                <a:solidFill>
                  <a:schemeClr val="accent1">
                    <a:lumMod val="60000"/>
                    <a:lumOff val="40000"/>
                  </a:schemeClr>
                </a:solidFill>
                <a:latin typeface="+mj-lt"/>
              </a:endParaRPr>
            </a:p>
          </p:txBody>
        </p:sp>
      </p:grpSp>
      <p:sp>
        <p:nvSpPr>
          <p:cNvPr id="2" name="Título 1"/>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rtl="0"/>
            <a:r>
              <a:rPr lang="es-ES" noProof="0"/>
              <a:t>Cita</a:t>
            </a:r>
            <a:endParaRPr lang="es-ES" noProof="0"/>
          </a:p>
        </p:txBody>
      </p:sp>
      <p:grpSp>
        <p:nvGrpSpPr>
          <p:cNvPr id="17" name="Grupo 16"/>
          <p:cNvGrpSpPr/>
          <p:nvPr userDrawn="1"/>
        </p:nvGrpSpPr>
        <p:grpSpPr>
          <a:xfrm>
            <a:off x="9219751" y="3975262"/>
            <a:ext cx="1944914" cy="2868218"/>
            <a:chOff x="533399" y="914400"/>
            <a:chExt cx="1944914" cy="2868218"/>
          </a:xfrm>
        </p:grpSpPr>
        <p:sp>
          <p:nvSpPr>
            <p:cNvPr id="20" name="Elipse 19"/>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1" name="Título 1"/>
            <p:cNvSpPr txBox="1"/>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rtl="0"/>
              <a:r>
                <a:rPr lang="es-ES" sz="18400" noProof="0" dirty="0">
                  <a:solidFill>
                    <a:schemeClr val="accent1">
                      <a:lumMod val="60000"/>
                      <a:lumOff val="40000"/>
                    </a:schemeClr>
                  </a:solidFill>
                  <a:latin typeface="+mj-lt"/>
                </a:rPr>
                <a:t>”</a:t>
              </a:r>
              <a:endParaRPr lang="es-ES" sz="18400" noProof="0" dirty="0">
                <a:solidFill>
                  <a:schemeClr val="accent1">
                    <a:lumMod val="60000"/>
                    <a:lumOff val="40000"/>
                  </a:schemeClr>
                </a:solidFill>
                <a:latin typeface="+mj-lt"/>
              </a:endParaRPr>
            </a:p>
          </p:txBody>
        </p:sp>
      </p:grpSp>
      <p:sp>
        <p:nvSpPr>
          <p:cNvPr id="6"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7" name="Grupo 6"/>
          <p:cNvGrpSpPr/>
          <p:nvPr userDrawn="1"/>
        </p:nvGrpSpPr>
        <p:grpSpPr>
          <a:xfrm>
            <a:off x="337185" y="6313805"/>
            <a:ext cx="2270760" cy="364490"/>
            <a:chOff x="531" y="9943"/>
            <a:chExt cx="3576" cy="574"/>
          </a:xfrm>
        </p:grpSpPr>
        <p:sp>
          <p:nvSpPr>
            <p:cNvPr id="8"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9"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3" name="Imagen 22">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10"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 texto">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3" name="Marcador de texto 22"/>
          <p:cNvSpPr>
            <a:spLocks noGrp="1"/>
          </p:cNvSpPr>
          <p:nvPr>
            <p:ph type="body" sz="quarter" idx="13" hasCustomPrompt="1"/>
          </p:nvPr>
        </p:nvSpPr>
        <p:spPr>
          <a:xfrm>
            <a:off x="444500" y="1625600"/>
            <a:ext cx="11213465" cy="4666615"/>
          </a:xfrm>
        </p:spPr>
        <p:txBody>
          <a:bodyPr rtlCol="0">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dirty="0"/>
              <a:t>Editar estilos de texto del patrón</a:t>
            </a:r>
            <a:endParaRPr lang="es-ES" noProof="0" dirty="0"/>
          </a:p>
          <a:p>
            <a:pPr lvl="1" rtl="0"/>
            <a:r>
              <a:rPr lang="es-ES" noProof="0" dirty="0"/>
              <a:t>Segundo nivel</a:t>
            </a:r>
            <a:endParaRPr lang="es-ES" noProof="0" dirty="0"/>
          </a:p>
          <a:p>
            <a:pPr lvl="2" rtl="0"/>
            <a:r>
              <a:rPr lang="es-ES" noProof="0" dirty="0"/>
              <a:t>Tercer nivel</a:t>
            </a:r>
            <a:endParaRPr lang="es-ES" noProof="0" dirty="0"/>
          </a:p>
        </p:txBody>
      </p:sp>
      <p:sp>
        <p:nvSpPr>
          <p:cNvPr id="6"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0" name="Grupo 19"/>
          <p:cNvGrpSpPr/>
          <p:nvPr userDrawn="1"/>
        </p:nvGrpSpPr>
        <p:grpSpPr>
          <a:xfrm>
            <a:off x="337185" y="6313805"/>
            <a:ext cx="2270760" cy="364490"/>
            <a:chOff x="531" y="9943"/>
            <a:chExt cx="3576" cy="574"/>
          </a:xfrm>
        </p:grpSpPr>
        <p:sp>
          <p:nvSpPr>
            <p:cNvPr id="21"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2"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5"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lo el título">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4" name="Forma libre: Forma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0"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1" name="Grupo 20"/>
          <p:cNvGrpSpPr/>
          <p:nvPr userDrawn="1"/>
        </p:nvGrpSpPr>
        <p:grpSpPr>
          <a:xfrm>
            <a:off x="337185" y="6313805"/>
            <a:ext cx="2270760" cy="364490"/>
            <a:chOff x="531" y="9943"/>
            <a:chExt cx="3576" cy="574"/>
          </a:xfrm>
        </p:grpSpPr>
        <p:sp>
          <p:nvSpPr>
            <p:cNvPr id="22"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3"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5" name="Imagen 24">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6"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
        <p:nvSpPr>
          <p:cNvPr id="4" name="Marcador de texto 22"/>
          <p:cNvSpPr>
            <a:spLocks noGrp="1"/>
          </p:cNvSpPr>
          <p:nvPr>
            <p:ph type="body" sz="quarter" idx="13" hasCustomPrompt="1"/>
          </p:nvPr>
        </p:nvSpPr>
        <p:spPr>
          <a:xfrm>
            <a:off x="444500" y="1625600"/>
            <a:ext cx="11214100" cy="4666615"/>
          </a:xfrm>
        </p:spPr>
        <p:txBody>
          <a:bodyPr rtlCol="0">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dirty="0"/>
              <a:t>Editar estilos de texto del patrón</a:t>
            </a:r>
            <a:endParaRPr lang="es-ES" noProof="0" dirty="0"/>
          </a:p>
          <a:p>
            <a:pPr lvl="1" rtl="0"/>
            <a:r>
              <a:rPr lang="es-ES" noProof="0" dirty="0"/>
              <a:t>Segundo nivel</a:t>
            </a:r>
            <a:endParaRPr lang="es-ES" noProof="0" dirty="0"/>
          </a:p>
          <a:p>
            <a:pPr lvl="2" rtl="0"/>
            <a:r>
              <a:rPr lang="es-ES" noProof="0" dirty="0"/>
              <a:t>Tercer nivel</a:t>
            </a:r>
            <a:endParaRPr lang="es-ES" noProof="0" dirty="0"/>
          </a:p>
        </p:txBody>
      </p:sp>
    </p:spTree>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contenido">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4" name="Forma libre: Forma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 name="Marcador de número de diapositiva 4"/>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sp>
        <p:nvSpPr>
          <p:cNvPr id="20" name="Marcador de contenido 2"/>
          <p:cNvSpPr>
            <a:spLocks noGrp="1"/>
          </p:cNvSpPr>
          <p:nvPr>
            <p:ph idx="1" hasCustomPrompt="1"/>
          </p:nvPr>
        </p:nvSpPr>
        <p:spPr>
          <a:xfrm>
            <a:off x="443365" y="1825625"/>
            <a:ext cx="11215235" cy="4351338"/>
          </a:xfrm>
        </p:spPr>
        <p:txBody>
          <a:bodyPr rtlCol="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grpSp>
        <p:nvGrpSpPr>
          <p:cNvPr id="4" name="Grupo 3"/>
          <p:cNvGrpSpPr/>
          <p:nvPr userDrawn="1"/>
        </p:nvGrpSpPr>
        <p:grpSpPr>
          <a:xfrm>
            <a:off x="337185" y="6313805"/>
            <a:ext cx="2270760" cy="364490"/>
            <a:chOff x="531" y="9943"/>
            <a:chExt cx="3576" cy="574"/>
          </a:xfrm>
        </p:grpSpPr>
        <p:sp>
          <p:nvSpPr>
            <p:cNvPr id="7"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9"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14" name="Marcador de número de diapositiva 4"/>
          <p:cNvSpPr txBox="1"/>
          <p:nvPr userDrawn="1"/>
        </p:nvSpPr>
        <p:spPr>
          <a:xfrm>
            <a:off x="8506326" y="6318812"/>
            <a:ext cx="2665933" cy="36512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s-ES" u="none" dirty="0">
                <a:solidFill>
                  <a:schemeClr val="bg1"/>
                </a:solidFill>
              </a:rPr>
              <a:t>1DAM – Programación. 0</a:t>
            </a:r>
            <a:r>
              <a:rPr lang="es-ES_tradnl" altLang="es-ES" u="none" dirty="0">
                <a:solidFill>
                  <a:schemeClr val="bg1"/>
                </a:solidFill>
              </a:rPr>
              <a:t>0</a:t>
            </a:r>
            <a:r>
              <a:rPr lang="es-ES" u="none" dirty="0">
                <a:solidFill>
                  <a:schemeClr val="bg1"/>
                </a:solidFill>
              </a:rPr>
              <a:t> </a:t>
            </a:r>
            <a:r>
              <a:rPr lang="es-ES_tradnl" altLang="es-ES" u="none" dirty="0">
                <a:solidFill>
                  <a:schemeClr val="bg1"/>
                </a:solidFill>
              </a:rPr>
              <a:t>Presentación</a:t>
            </a:r>
            <a:endParaRPr lang="es-ES_tradnl" altLang="es-ES" u="none" dirty="0">
              <a:solidFill>
                <a:schemeClr val="bg1"/>
              </a:solidFill>
            </a:endParaRPr>
          </a:p>
        </p:txBody>
      </p:sp>
    </p:spTree>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ación">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4" name="Forma libre: Forma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5" name="Marcador de texto 2"/>
          <p:cNvSpPr>
            <a:spLocks noGrp="1"/>
          </p:cNvSpPr>
          <p:nvPr>
            <p:ph type="body" idx="1" hasCustomPrompt="1"/>
          </p:nvPr>
        </p:nvSpPr>
        <p:spPr>
          <a:xfrm>
            <a:off x="444500" y="1681163"/>
            <a:ext cx="5157787" cy="823912"/>
          </a:xfrm>
        </p:spPr>
        <p:txBody>
          <a:bodyPr rtlCol="0"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endParaRPr lang="es-ES" noProof="0"/>
          </a:p>
        </p:txBody>
      </p:sp>
      <p:sp>
        <p:nvSpPr>
          <p:cNvPr id="26" name="Marcador de posición de texto 4"/>
          <p:cNvSpPr>
            <a:spLocks noGrp="1"/>
          </p:cNvSpPr>
          <p:nvPr>
            <p:ph type="body" sz="quarter" idx="3" hasCustomPrompt="1"/>
          </p:nvPr>
        </p:nvSpPr>
        <p:spPr>
          <a:xfrm>
            <a:off x="6500812" y="1681163"/>
            <a:ext cx="5157788" cy="823912"/>
          </a:xfrm>
        </p:spPr>
        <p:txBody>
          <a:bodyPr rtlCol="0"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endParaRPr lang="es-ES" noProof="0"/>
          </a:p>
        </p:txBody>
      </p:sp>
      <p:sp>
        <p:nvSpPr>
          <p:cNvPr id="27" name="Marcador de posición de contenido 3"/>
          <p:cNvSpPr>
            <a:spLocks noGrp="1"/>
          </p:cNvSpPr>
          <p:nvPr>
            <p:ph sz="half" idx="2" hasCustomPrompt="1"/>
          </p:nvPr>
        </p:nvSpPr>
        <p:spPr>
          <a:xfrm>
            <a:off x="444500" y="2505075"/>
            <a:ext cx="5157787" cy="3684588"/>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28" name="Marcador de posición de contenido 5"/>
          <p:cNvSpPr>
            <a:spLocks noGrp="1"/>
          </p:cNvSpPr>
          <p:nvPr>
            <p:ph sz="quarter" idx="4" hasCustomPrompt="1"/>
          </p:nvPr>
        </p:nvSpPr>
        <p:spPr>
          <a:xfrm>
            <a:off x="6475412" y="2505075"/>
            <a:ext cx="5183188" cy="3684588"/>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20"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1" name="Grupo 20"/>
          <p:cNvGrpSpPr/>
          <p:nvPr userDrawn="1"/>
        </p:nvGrpSpPr>
        <p:grpSpPr>
          <a:xfrm>
            <a:off x="337185" y="6313805"/>
            <a:ext cx="2270760" cy="364490"/>
            <a:chOff x="531" y="9943"/>
            <a:chExt cx="3576" cy="574"/>
          </a:xfrm>
        </p:grpSpPr>
        <p:sp>
          <p:nvSpPr>
            <p:cNvPr id="22"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3"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9" name="Imagen 28">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30" name="Marcador de pie de página 4"/>
          <p:cNvSpPr>
            <a:spLocks noGrp="1"/>
          </p:cNvSpPr>
          <p:nvPr userDrawn="1"/>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 Programación. Presentación</a:t>
            </a:r>
            <a:endParaRPr lang="es-ES" dirty="0"/>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os objetos">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4" name="Forma libre: Forma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0" name="Marcador de contenido 2"/>
          <p:cNvSpPr>
            <a:spLocks noGrp="1"/>
          </p:cNvSpPr>
          <p:nvPr>
            <p:ph sz="half" idx="1" hasCustomPrompt="1"/>
          </p:nvPr>
        </p:nvSpPr>
        <p:spPr>
          <a:xfrm>
            <a:off x="443365" y="1517715"/>
            <a:ext cx="5184437" cy="4659248"/>
          </a:xfrm>
        </p:spPr>
        <p:txBody>
          <a:bodyPr rtlCol="0">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21" name="Marcador de posición de contenido 3"/>
          <p:cNvSpPr>
            <a:spLocks noGrp="1"/>
          </p:cNvSpPr>
          <p:nvPr>
            <p:ph sz="half" idx="2" hasCustomPrompt="1"/>
          </p:nvPr>
        </p:nvSpPr>
        <p:spPr>
          <a:xfrm>
            <a:off x="6474163" y="1517715"/>
            <a:ext cx="5184437" cy="4659248"/>
          </a:xfrm>
        </p:spPr>
        <p:txBody>
          <a:bodyPr rtlCol="0">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22"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3" name="Grupo 22"/>
          <p:cNvGrpSpPr/>
          <p:nvPr userDrawn="1"/>
        </p:nvGrpSpPr>
        <p:grpSpPr>
          <a:xfrm>
            <a:off x="337185" y="6313805"/>
            <a:ext cx="2270760" cy="364490"/>
            <a:chOff x="531" y="9943"/>
            <a:chExt cx="3576" cy="574"/>
          </a:xfrm>
        </p:grpSpPr>
        <p:sp>
          <p:nvSpPr>
            <p:cNvPr id="25"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6"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7" name="Imagen 26">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8"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tegoría 5">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0" name="Marcador de posición de imagen 8"/>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es-ES" noProof="0"/>
              <a:t>Haga clic en el icono para agregar una imagen</a:t>
            </a:r>
            <a:endParaRPr lang="es-ES" noProof="0"/>
          </a:p>
        </p:txBody>
      </p:sp>
      <p:sp>
        <p:nvSpPr>
          <p:cNvPr id="21" name="Marcador de posición de imagen 8"/>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es-ES" noProof="0"/>
              <a:t>Haga clic en el icono para agregar una imagen</a:t>
            </a:r>
            <a:endParaRPr lang="es-ES" noProof="0"/>
          </a:p>
        </p:txBody>
      </p:sp>
      <p:sp>
        <p:nvSpPr>
          <p:cNvPr id="22" name="Marcador de posición de imagen 8"/>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es-ES" noProof="0"/>
              <a:t>Haga clic en el icono para agregar una imagen</a:t>
            </a:r>
            <a:endParaRPr lang="es-ES" noProof="0"/>
          </a:p>
        </p:txBody>
      </p:sp>
      <p:sp>
        <p:nvSpPr>
          <p:cNvPr id="23" name="Marcador de posición de imagen 8"/>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es-ES" noProof="0"/>
              <a:t>Haga clic en el icono para agregar una imagen</a:t>
            </a:r>
            <a:endParaRPr lang="es-ES" noProof="0"/>
          </a:p>
        </p:txBody>
      </p:sp>
      <p:sp>
        <p:nvSpPr>
          <p:cNvPr id="24" name="Marcador de posición de imagen 8"/>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es-ES" noProof="0"/>
              <a:t>Haga clic en el icono para agregar una imagen</a:t>
            </a:r>
            <a:endParaRPr lang="es-ES" noProof="0"/>
          </a:p>
        </p:txBody>
      </p:sp>
      <p:sp>
        <p:nvSpPr>
          <p:cNvPr id="26" name="Marcador de texto 22"/>
          <p:cNvSpPr>
            <a:spLocks noGrp="1"/>
          </p:cNvSpPr>
          <p:nvPr>
            <p:ph type="body" sz="quarter" idx="18" hasCustomPrompt="1"/>
          </p:nvPr>
        </p:nvSpPr>
        <p:spPr>
          <a:xfrm>
            <a:off x="719894"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27" name="Marcador de posición de texto 22"/>
          <p:cNvSpPr>
            <a:spLocks noGrp="1"/>
          </p:cNvSpPr>
          <p:nvPr>
            <p:ph type="body" sz="quarter" idx="19" hasCustomPrompt="1"/>
          </p:nvPr>
        </p:nvSpPr>
        <p:spPr>
          <a:xfrm>
            <a:off x="2963912"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28" name="Marcador de posición de texto 22"/>
          <p:cNvSpPr>
            <a:spLocks noGrp="1"/>
          </p:cNvSpPr>
          <p:nvPr>
            <p:ph type="body" sz="quarter" idx="20" hasCustomPrompt="1"/>
          </p:nvPr>
        </p:nvSpPr>
        <p:spPr>
          <a:xfrm>
            <a:off x="5207930"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29" name="Marcador de posición de texto 22"/>
          <p:cNvSpPr>
            <a:spLocks noGrp="1"/>
          </p:cNvSpPr>
          <p:nvPr>
            <p:ph type="body" sz="quarter" idx="21" hasCustomPrompt="1"/>
          </p:nvPr>
        </p:nvSpPr>
        <p:spPr>
          <a:xfrm>
            <a:off x="7451948"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30" name="Marcador de posición de texto 22"/>
          <p:cNvSpPr>
            <a:spLocks noGrp="1"/>
          </p:cNvSpPr>
          <p:nvPr>
            <p:ph type="body" sz="quarter" idx="22" hasCustomPrompt="1"/>
          </p:nvPr>
        </p:nvSpPr>
        <p:spPr>
          <a:xfrm>
            <a:off x="9695965"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cxnSp>
        <p:nvCxnSpPr>
          <p:cNvPr id="7" name="Conector recto 6"/>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Conector recto 30"/>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Conector recto 31"/>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Conector recto 32"/>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Conector recto 33"/>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orma libre: Forma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6"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37" name="Grupo 36"/>
          <p:cNvGrpSpPr/>
          <p:nvPr userDrawn="1"/>
        </p:nvGrpSpPr>
        <p:grpSpPr>
          <a:xfrm>
            <a:off x="337185" y="6313805"/>
            <a:ext cx="2270760" cy="364490"/>
            <a:chOff x="531" y="9943"/>
            <a:chExt cx="3576" cy="574"/>
          </a:xfrm>
        </p:grpSpPr>
        <p:sp>
          <p:nvSpPr>
            <p:cNvPr id="38"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39"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40" name="Imagen 39">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41"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to + sección 3">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6" name="Marcador de texto 22"/>
          <p:cNvSpPr>
            <a:spLocks noGrp="1"/>
          </p:cNvSpPr>
          <p:nvPr>
            <p:ph type="body" sz="quarter" idx="18" hasCustomPrompt="1"/>
          </p:nvPr>
        </p:nvSpPr>
        <p:spPr>
          <a:xfrm>
            <a:off x="542094"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35" name="Forma libre: Forma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Marcador de posición de imagen 12"/>
          <p:cNvSpPr>
            <a:spLocks noGrp="1"/>
          </p:cNvSpPr>
          <p:nvPr>
            <p:ph type="pic" sz="quarter" idx="19" hasCustomPrompt="1"/>
          </p:nvPr>
        </p:nvSpPr>
        <p:spPr>
          <a:xfrm>
            <a:off x="-2" y="1352575"/>
            <a:ext cx="12192002" cy="2289897"/>
          </a:xfrm>
        </p:spPr>
        <p:txBody>
          <a:bodyPr rtlCol="0" anchor="ctr">
            <a:normAutofit/>
          </a:bodyPr>
          <a:lstStyle>
            <a:lvl1pPr marL="0" indent="0" algn="ctr">
              <a:buNone/>
              <a:defRPr sz="1400">
                <a:solidFill>
                  <a:schemeClr val="accent2"/>
                </a:solidFill>
                <a:latin typeface="Trade Gothic LT Pro" panose="020B0503040303020004" pitchFamily="34" charset="0"/>
              </a:defRPr>
            </a:lvl1pPr>
          </a:lstStyle>
          <a:p>
            <a:pPr rtl="0"/>
            <a:r>
              <a:rPr lang="es-ES" noProof="0"/>
              <a:t>Insertar imagen</a:t>
            </a:r>
            <a:endParaRPr lang="es-ES" noProof="0"/>
          </a:p>
        </p:txBody>
      </p:sp>
      <p:sp>
        <p:nvSpPr>
          <p:cNvPr id="36" name="Marcador de posición de texto 22"/>
          <p:cNvSpPr>
            <a:spLocks noGrp="1"/>
          </p:cNvSpPr>
          <p:nvPr>
            <p:ph type="body" sz="quarter" idx="20" hasCustomPrompt="1"/>
          </p:nvPr>
        </p:nvSpPr>
        <p:spPr>
          <a:xfrm>
            <a:off x="4444169"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37" name="Marcador de posición de texto 22"/>
          <p:cNvSpPr>
            <a:spLocks noGrp="1"/>
          </p:cNvSpPr>
          <p:nvPr>
            <p:ph type="body" sz="quarter" idx="21" hasCustomPrompt="1"/>
          </p:nvPr>
        </p:nvSpPr>
        <p:spPr>
          <a:xfrm>
            <a:off x="8346244"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21"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2" name="Grupo 21"/>
          <p:cNvGrpSpPr/>
          <p:nvPr userDrawn="1"/>
        </p:nvGrpSpPr>
        <p:grpSpPr>
          <a:xfrm>
            <a:off x="337185" y="6313805"/>
            <a:ext cx="2270760" cy="364490"/>
            <a:chOff x="531" y="9943"/>
            <a:chExt cx="3576" cy="574"/>
          </a:xfrm>
        </p:grpSpPr>
        <p:sp>
          <p:nvSpPr>
            <p:cNvPr id="23"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4"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5" name="Imagen 24">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7"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to + texto">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6" name="Marcador de texto 22"/>
          <p:cNvSpPr>
            <a:spLocks noGrp="1"/>
          </p:cNvSpPr>
          <p:nvPr>
            <p:ph type="body" sz="quarter" idx="18" hasCustomPrompt="1"/>
          </p:nvPr>
        </p:nvSpPr>
        <p:spPr>
          <a:xfrm>
            <a:off x="542094" y="4240093"/>
            <a:ext cx="9402006" cy="1463040"/>
          </a:xfrm>
        </p:spPr>
        <p:txBody>
          <a:bodyPr lIns="0" tIns="0" rIns="0" bIns="0" rtlCol="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35" name="Forma libre: Forma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Marcador de posición de imagen 12"/>
          <p:cNvSpPr>
            <a:spLocks noGrp="1"/>
          </p:cNvSpPr>
          <p:nvPr>
            <p:ph type="pic" sz="quarter" idx="19" hasCustomPrompt="1"/>
          </p:nvPr>
        </p:nvSpPr>
        <p:spPr>
          <a:xfrm>
            <a:off x="-2" y="1352575"/>
            <a:ext cx="12192002" cy="2289897"/>
          </a:xfrm>
        </p:spPr>
        <p:txBody>
          <a:bodyPr rtlCol="0" anchor="ctr">
            <a:normAutofit/>
          </a:bodyPr>
          <a:lstStyle>
            <a:lvl1pPr marL="0" indent="0" algn="ctr">
              <a:buNone/>
              <a:defRPr sz="1400">
                <a:solidFill>
                  <a:schemeClr val="accent2"/>
                </a:solidFill>
                <a:latin typeface="Trade Gothic LT Pro" panose="020B0503040303020004" pitchFamily="34" charset="0"/>
              </a:defRPr>
            </a:lvl1pPr>
          </a:lstStyle>
          <a:p>
            <a:pPr rtl="0"/>
            <a:r>
              <a:rPr lang="es-ES" noProof="0"/>
              <a:t>Insertar imagen</a:t>
            </a:r>
            <a:endParaRPr lang="es-ES" noProof="0"/>
          </a:p>
        </p:txBody>
      </p:sp>
      <p:sp>
        <p:nvSpPr>
          <p:cNvPr id="20"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1" name="Grupo 20"/>
          <p:cNvGrpSpPr/>
          <p:nvPr userDrawn="1"/>
        </p:nvGrpSpPr>
        <p:grpSpPr>
          <a:xfrm>
            <a:off x="337185" y="6313805"/>
            <a:ext cx="2270760" cy="364490"/>
            <a:chOff x="531" y="9943"/>
            <a:chExt cx="3576" cy="574"/>
          </a:xfrm>
        </p:grpSpPr>
        <p:sp>
          <p:nvSpPr>
            <p:cNvPr id="22"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3"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4" name="Imagen 23">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7"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n con leyenda">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35" name="Forma libre: Forma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0" name="Marcador de posición de imagen 2"/>
          <p:cNvSpPr>
            <a:spLocks noGrp="1"/>
          </p:cNvSpPr>
          <p:nvPr>
            <p:ph type="pic" idx="1"/>
          </p:nvPr>
        </p:nvSpPr>
        <p:spPr>
          <a:xfrm>
            <a:off x="4110087" y="1444649"/>
            <a:ext cx="7548513" cy="4579079"/>
          </a:xfrm>
        </p:spPr>
        <p:txBody>
          <a:bodyPr rtlCol="0">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a:p>
        </p:txBody>
      </p:sp>
      <p:sp>
        <p:nvSpPr>
          <p:cNvPr id="21" name="Marcador de texto 3"/>
          <p:cNvSpPr>
            <a:spLocks noGrp="1"/>
          </p:cNvSpPr>
          <p:nvPr>
            <p:ph type="body" sz="half" idx="2" hasCustomPrompt="1"/>
          </p:nvPr>
        </p:nvSpPr>
        <p:spPr>
          <a:xfrm>
            <a:off x="443366" y="1444649"/>
            <a:ext cx="3365063" cy="4579079"/>
          </a:xfrm>
        </p:spPr>
        <p:txBody>
          <a:bodyPr rtlCol="0"/>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endParaRPr lang="es-ES" noProof="0"/>
          </a:p>
        </p:txBody>
      </p:sp>
      <p:sp>
        <p:nvSpPr>
          <p:cNvPr id="4"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7" name="Grupo 6"/>
          <p:cNvGrpSpPr/>
          <p:nvPr userDrawn="1"/>
        </p:nvGrpSpPr>
        <p:grpSpPr>
          <a:xfrm>
            <a:off x="337185" y="6313805"/>
            <a:ext cx="2270760" cy="364490"/>
            <a:chOff x="531" y="9943"/>
            <a:chExt cx="3576" cy="574"/>
          </a:xfrm>
        </p:grpSpPr>
        <p:sp>
          <p:nvSpPr>
            <p:cNvPr id="9"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13"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n 13">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7"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ido con título">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35" name="Forma libre: Forma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1" name="Marcador de texto 3"/>
          <p:cNvSpPr>
            <a:spLocks noGrp="1"/>
          </p:cNvSpPr>
          <p:nvPr>
            <p:ph type="body" sz="half" idx="2" hasCustomPrompt="1"/>
          </p:nvPr>
        </p:nvSpPr>
        <p:spPr>
          <a:xfrm>
            <a:off x="443366" y="1444649"/>
            <a:ext cx="3365063" cy="4579079"/>
          </a:xfrm>
        </p:spPr>
        <p:txBody>
          <a:bodyPr rtlCol="0"/>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endParaRPr lang="es-ES" noProof="0"/>
          </a:p>
        </p:txBody>
      </p:sp>
      <p:sp>
        <p:nvSpPr>
          <p:cNvPr id="22" name="Marcador de contenido 2"/>
          <p:cNvSpPr>
            <a:spLocks noGrp="1"/>
          </p:cNvSpPr>
          <p:nvPr>
            <p:ph idx="1" hasCustomPrompt="1"/>
          </p:nvPr>
        </p:nvSpPr>
        <p:spPr>
          <a:xfrm>
            <a:off x="3964290" y="1444649"/>
            <a:ext cx="7694310" cy="4579079"/>
          </a:xfrm>
        </p:spPr>
        <p:txBody>
          <a:bodyPr rtlCol="0">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20"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3" name="Grupo 22"/>
          <p:cNvGrpSpPr/>
          <p:nvPr userDrawn="1"/>
        </p:nvGrpSpPr>
        <p:grpSpPr>
          <a:xfrm>
            <a:off x="337185" y="6313805"/>
            <a:ext cx="2270760" cy="364490"/>
            <a:chOff x="531" y="9943"/>
            <a:chExt cx="3576" cy="574"/>
          </a:xfrm>
        </p:grpSpPr>
        <p:sp>
          <p:nvSpPr>
            <p:cNvPr id="24"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5"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6" name="Imagen 25">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7"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18" name="Rectángulo 17"/>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9"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20"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21"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2"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24" name="Grupo 23"/>
          <p:cNvGrpSpPr/>
          <p:nvPr userDrawn="1"/>
        </p:nvGrpSpPr>
        <p:grpSpPr>
          <a:xfrm rot="16200000">
            <a:off x="499388" y="-322655"/>
            <a:ext cx="535531" cy="645309"/>
            <a:chOff x="10945855" y="7317026"/>
            <a:chExt cx="2483924" cy="2993104"/>
          </a:xfrm>
        </p:grpSpPr>
        <p:sp>
          <p:nvSpPr>
            <p:cNvPr id="25"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6"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30" name="Forma libre: Forma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1" name="Marcador de número de diapositiva 4"/>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spTree>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radecimiento 1">
    <p:spTree>
      <p:nvGrpSpPr>
        <p:cNvPr id="1" name=""/>
        <p:cNvGrpSpPr/>
        <p:nvPr/>
      </p:nvGrpSpPr>
      <p:grpSpPr>
        <a:xfrm>
          <a:off x="0" y="0"/>
          <a:ext cx="0" cy="0"/>
          <a:chOff x="0" y="0"/>
          <a:chExt cx="0" cy="0"/>
        </a:xfrm>
      </p:grpSpPr>
      <p:sp>
        <p:nvSpPr>
          <p:cNvPr id="21" name="Rectángulo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5" name="Forma libre: Forma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6" name="Forma libre: Forma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0" name="Forma libre: Forma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6" name="Grupo 5"/>
          <p:cNvGrpSpPr/>
          <p:nvPr userDrawn="1"/>
        </p:nvGrpSpPr>
        <p:grpSpPr>
          <a:xfrm>
            <a:off x="0" y="0"/>
            <a:ext cx="6881966" cy="6858876"/>
            <a:chOff x="-5321" y="1096"/>
            <a:chExt cx="5924073" cy="5904197"/>
          </a:xfrm>
        </p:grpSpPr>
        <p:sp>
          <p:nvSpPr>
            <p:cNvPr id="17" name="Triángulo rectángulo 16"/>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8" name="Triángulo rectángulo 17"/>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9" name="Triángulo rectángulo 18"/>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 name="Título 1"/>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lgn="ctr">
              <a:defRPr lang="en-GB" sz="5400" b="1" dirty="0">
                <a:solidFill>
                  <a:schemeClr val="bg1"/>
                </a:solidFill>
                <a:latin typeface="+mj-lt"/>
                <a:ea typeface="Tahoma" panose="020B0604030504040204" pitchFamily="34" charset="0"/>
                <a:cs typeface="Tahoma" panose="020B0604030504040204" pitchFamily="34" charset="0"/>
              </a:defRPr>
            </a:lvl1pPr>
          </a:lstStyle>
          <a:p>
            <a:pPr lvl="0" rtl="0"/>
            <a:r>
              <a:rPr lang="es-ES" noProof="0" dirty="0"/>
              <a:t>Gracias</a:t>
            </a:r>
            <a:endParaRPr lang="es-ES" noProof="0" dirty="0"/>
          </a:p>
        </p:txBody>
      </p:sp>
      <p:sp>
        <p:nvSpPr>
          <p:cNvPr id="11" name="Marcador de número de diapositiva 4">
            <a:hlinkClick r:id="rId2"/>
          </p:cNvPr>
          <p:cNvSpPr txBox="1"/>
          <p:nvPr userDrawn="1"/>
        </p:nvSpPr>
        <p:spPr>
          <a:xfrm>
            <a:off x="5217242" y="4726735"/>
            <a:ext cx="4945598" cy="36512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2400" u="none" dirty="0">
                <a:solidFill>
                  <a:schemeClr val="bg1"/>
                </a:solidFill>
              </a:rPr>
              <a:t>José Luis González Sánchez   </a:t>
            </a:r>
            <a:endParaRPr lang="es-ES" sz="2400" u="none" dirty="0">
              <a:solidFill>
                <a:schemeClr val="bg1"/>
              </a:solidFill>
            </a:endParaRPr>
          </a:p>
        </p:txBody>
      </p:sp>
      <p:pic>
        <p:nvPicPr>
          <p:cNvPr id="12"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167992" y="5294463"/>
            <a:ext cx="432000" cy="432000"/>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a:hlinkClick r:id="rId5"/>
          </p:cNvPr>
          <p:cNvPicPr>
            <a:picLocks noChangeAspect="1"/>
          </p:cNvPicPr>
          <p:nvPr userDrawn="1"/>
        </p:nvPicPr>
        <p:blipFill>
          <a:blip r:embed="rId6"/>
          <a:stretch>
            <a:fillRect/>
          </a:stretch>
        </p:blipFill>
        <p:spPr>
          <a:xfrm>
            <a:off x="7815992" y="5294463"/>
            <a:ext cx="430990" cy="432000"/>
          </a:xfrm>
          <a:prstGeom prst="rect">
            <a:avLst/>
          </a:prstGeom>
        </p:spPr>
      </p:pic>
    </p:spTree>
  </p:cSld>
  <p:clrMapOvr>
    <a:masterClrMapping/>
  </p:clrMapOvr>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radecimiento 2">
    <p:spTree>
      <p:nvGrpSpPr>
        <p:cNvPr id="1" name=""/>
        <p:cNvGrpSpPr/>
        <p:nvPr/>
      </p:nvGrpSpPr>
      <p:grpSpPr>
        <a:xfrm>
          <a:off x="0" y="0"/>
          <a:ext cx="0" cy="0"/>
          <a:chOff x="0" y="0"/>
          <a:chExt cx="0" cy="0"/>
        </a:xfrm>
      </p:grpSpPr>
      <p:sp>
        <p:nvSpPr>
          <p:cNvPr id="21" name="Rectángulo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5" name="Forma libre: Forma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6" name="Forma libre: Forma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0" name="Forma libre: Forma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2" name="Título 1"/>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lgn="ctr">
              <a:defRPr lang="en-GB" sz="5400" b="1" dirty="0">
                <a:solidFill>
                  <a:schemeClr val="bg1"/>
                </a:solidFill>
                <a:latin typeface="+mj-lt"/>
                <a:ea typeface="Tahoma" panose="020B0604030504040204" pitchFamily="34" charset="0"/>
                <a:cs typeface="Tahoma" panose="020B0604030504040204" pitchFamily="34" charset="0"/>
              </a:defRPr>
            </a:lvl1pPr>
          </a:lstStyle>
          <a:p>
            <a:pPr lvl="0" rtl="0"/>
            <a:r>
              <a:rPr lang="es-ES" noProof="0" dirty="0"/>
              <a:t>Gracias</a:t>
            </a:r>
            <a:endParaRPr lang="es-ES" noProof="0" dirty="0"/>
          </a:p>
        </p:txBody>
      </p:sp>
      <p:sp>
        <p:nvSpPr>
          <p:cNvPr id="35" name="Forma libre: Forma 34"/>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32" name="Forma libre: Forma 31"/>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30" name="Forma libre: Forma 29"/>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0" name="Marcador de número de diapositiva 4">
            <a:hlinkClick r:id="rId2"/>
          </p:cNvPr>
          <p:cNvSpPr txBox="1"/>
          <p:nvPr userDrawn="1"/>
        </p:nvSpPr>
        <p:spPr>
          <a:xfrm>
            <a:off x="6360241" y="4934044"/>
            <a:ext cx="4945598" cy="36512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2400" u="none" dirty="0">
                <a:solidFill>
                  <a:schemeClr val="bg1"/>
                </a:solidFill>
              </a:rPr>
              <a:t>José Luis González Sánchez   </a:t>
            </a:r>
            <a:endParaRPr lang="es-ES" sz="2400" u="none" dirty="0">
              <a:solidFill>
                <a:schemeClr val="bg1"/>
              </a:solidFill>
            </a:endParaRPr>
          </a:p>
        </p:txBody>
      </p:sp>
      <p:pic>
        <p:nvPicPr>
          <p:cNvPr id="12" name="Imagen 11">
            <a:hlinkClick r:id="rId3"/>
          </p:cNvPr>
          <p:cNvPicPr>
            <a:picLocks noChangeAspect="1"/>
          </p:cNvPicPr>
          <p:nvPr userDrawn="1"/>
        </p:nvPicPr>
        <p:blipFill>
          <a:blip r:embed="rId4"/>
          <a:stretch>
            <a:fillRect/>
          </a:stretch>
        </p:blipFill>
        <p:spPr>
          <a:xfrm>
            <a:off x="8943862" y="5430584"/>
            <a:ext cx="430990" cy="432000"/>
          </a:xfrm>
          <a:prstGeom prst="rect">
            <a:avLst/>
          </a:prstGeom>
        </p:spPr>
      </p:pic>
      <p:pic>
        <p:nvPicPr>
          <p:cNvPr id="13" name="Picture 2">
            <a:hlinkClick r:id="rId5"/>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321734" y="5430584"/>
            <a:ext cx="432000" cy="43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sldNum="0"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1" name="Rectángulo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7" name="Grupo 6"/>
          <p:cNvGrpSpPr/>
          <p:nvPr userDrawn="1"/>
        </p:nvGrpSpPr>
        <p:grpSpPr>
          <a:xfrm>
            <a:off x="-1604709" y="-3756"/>
            <a:ext cx="13796710" cy="6861756"/>
            <a:chOff x="-1604709" y="-3756"/>
            <a:chExt cx="13796710" cy="6861756"/>
          </a:xfrm>
        </p:grpSpPr>
        <p:grpSp>
          <p:nvGrpSpPr>
            <p:cNvPr id="8" name="Grupo 7"/>
            <p:cNvGrpSpPr/>
            <p:nvPr/>
          </p:nvGrpSpPr>
          <p:grpSpPr>
            <a:xfrm>
              <a:off x="-16298" y="0"/>
              <a:ext cx="12208299" cy="6858000"/>
              <a:chOff x="-16298" y="0"/>
              <a:chExt cx="12208299" cy="6858000"/>
            </a:xfrm>
          </p:grpSpPr>
          <p:sp>
            <p:nvSpPr>
              <p:cNvPr id="15" name="Forma libre: Forma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6" name="Forma libre: Forma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Triángulo rectángulo 16"/>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8" name="Triángulo rectángulo 17"/>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9" name="Triángulo rectángulo 18"/>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0" name="Forma libre: Forma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9" name="Forma libre: Forma 12"/>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1" name="Forma libre: Forma 12"/>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12" name="Grupo 11"/>
            <p:cNvGrpSpPr/>
            <p:nvPr/>
          </p:nvGrpSpPr>
          <p:grpSpPr>
            <a:xfrm>
              <a:off x="-760406" y="4672937"/>
              <a:ext cx="1520812" cy="1520812"/>
              <a:chOff x="-1604709" y="3012880"/>
              <a:chExt cx="3211378" cy="3211378"/>
            </a:xfrm>
          </p:grpSpPr>
          <p:sp>
            <p:nvSpPr>
              <p:cNvPr id="13" name="Forma libre: Forma 12"/>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Forma libre: Forma 12"/>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sp>
        <p:nvSpPr>
          <p:cNvPr id="2" name="Título 1"/>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rtl="0"/>
            <a:r>
              <a:rPr lang="es-ES" noProof="0"/>
              <a:t>TÍTULO</a:t>
            </a:r>
            <a:endParaRPr lang="es-ES" noProof="0"/>
          </a:p>
        </p:txBody>
      </p:sp>
      <p:sp>
        <p:nvSpPr>
          <p:cNvPr id="3" name="Subtítulo 2"/>
          <p:cNvSpPr>
            <a:spLocks noGrp="1"/>
          </p:cNvSpPr>
          <p:nvPr>
            <p:ph type="subTitle" idx="1" hasCustomPrompt="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rtl="0"/>
            <a:r>
              <a:rPr lang="es-ES" noProof="0"/>
              <a:t>Haga clic para modificar el estilo de subtítulo del patrón</a:t>
            </a:r>
            <a:endParaRPr lang="es-ES" noProof="0"/>
          </a:p>
        </p:txBody>
      </p:sp>
      <p:sp>
        <p:nvSpPr>
          <p:cNvPr id="26" name="Marcador de número de diapositiva 4">
            <a:hlinkClick r:id="rId2"/>
          </p:cNvPr>
          <p:cNvSpPr txBox="1"/>
          <p:nvPr userDrawn="1"/>
        </p:nvSpPr>
        <p:spPr>
          <a:xfrm>
            <a:off x="2727846" y="4880149"/>
            <a:ext cx="7111097" cy="36512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2400" u="none" dirty="0">
                <a:solidFill>
                  <a:schemeClr val="bg1"/>
                </a:solidFill>
              </a:rPr>
              <a:t>José Luis González Sánchez   </a:t>
            </a:r>
            <a:endParaRPr lang="es-ES" sz="2400" u="none" dirty="0">
              <a:solidFill>
                <a:schemeClr val="bg1"/>
              </a:solidFill>
            </a:endParaRPr>
          </a:p>
        </p:txBody>
      </p:sp>
      <p:pic>
        <p:nvPicPr>
          <p:cNvPr id="27"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590428" y="5433343"/>
            <a:ext cx="432000" cy="432000"/>
          </a:xfrm>
          <a:prstGeom prst="rect">
            <a:avLst/>
          </a:prstGeom>
          <a:noFill/>
          <a:extLst>
            <a:ext uri="{909E8E84-426E-40DD-AFC4-6F175D3DCCD1}">
              <a14:hiddenFill xmlns:a14="http://schemas.microsoft.com/office/drawing/2010/main">
                <a:solidFill>
                  <a:srgbClr val="FFFFFF"/>
                </a:solidFill>
              </a14:hiddenFill>
            </a:ext>
          </a:extLst>
        </p:spPr>
      </p:pic>
      <p:pic>
        <p:nvPicPr>
          <p:cNvPr id="28" name="Imagen 27">
            <a:hlinkClick r:id="rId5"/>
          </p:cNvPr>
          <p:cNvPicPr>
            <a:picLocks noChangeAspect="1"/>
          </p:cNvPicPr>
          <p:nvPr userDrawn="1"/>
        </p:nvPicPr>
        <p:blipFill>
          <a:blip r:embed="rId6"/>
          <a:stretch>
            <a:fillRect/>
          </a:stretch>
        </p:blipFill>
        <p:spPr>
          <a:xfrm>
            <a:off x="6202698" y="5436504"/>
            <a:ext cx="430990" cy="432000"/>
          </a:xfrm>
          <a:prstGeom prst="rect">
            <a:avLst/>
          </a:prstGeom>
        </p:spPr>
      </p:pic>
    </p:spTree>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7" name="Rectángulo 6"/>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Forma libre: Forma 8"/>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Triángulo rectángulo 9"/>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Forma libre: Forma 10"/>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Forma libre: Forma 11"/>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3" name="Forma libre: Forma 12"/>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4" name="Forma libre: Forma 13"/>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5" name="Forma libre: Forma 14"/>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grpSp>
        <p:nvGrpSpPr>
          <p:cNvPr id="16" name="Grupo 15"/>
          <p:cNvGrpSpPr/>
          <p:nvPr userDrawn="1"/>
        </p:nvGrpSpPr>
        <p:grpSpPr>
          <a:xfrm rot="16200000">
            <a:off x="431651" y="-917359"/>
            <a:ext cx="1532001" cy="1826463"/>
            <a:chOff x="10800164" y="7142066"/>
            <a:chExt cx="2775293" cy="3308724"/>
          </a:xfrm>
        </p:grpSpPr>
        <p:sp>
          <p:nvSpPr>
            <p:cNvPr id="17" name="Forma libre: Forma 16"/>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8" name="Forma libre: Forma 17"/>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19" name="Grupo 18"/>
          <p:cNvGrpSpPr/>
          <p:nvPr userDrawn="1"/>
        </p:nvGrpSpPr>
        <p:grpSpPr>
          <a:xfrm rot="16200000">
            <a:off x="1992859" y="-497210"/>
            <a:ext cx="818398" cy="986162"/>
            <a:chOff x="10945855" y="7317026"/>
            <a:chExt cx="2483924" cy="2993104"/>
          </a:xfrm>
        </p:grpSpPr>
        <p:sp>
          <p:nvSpPr>
            <p:cNvPr id="20" name="Forma libre: Forma 19"/>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1" name="Forma libre: Forma 20"/>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3" name="Marcador de texto 2"/>
          <p:cNvSpPr>
            <a:spLocks noGrp="1"/>
          </p:cNvSpPr>
          <p:nvPr>
            <p:ph type="body" idx="1" hasCustomPrompt="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rtl="0"/>
            <a:r>
              <a:rPr lang="es-ES" noProof="0"/>
              <a:t>Editar estilos de texto del patrón</a:t>
            </a:r>
            <a:endParaRPr lang="es-ES" noProof="0"/>
          </a:p>
        </p:txBody>
      </p:sp>
      <p:sp>
        <p:nvSpPr>
          <p:cNvPr id="22" name="Marcador de número de diapositiva 4"/>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sp>
        <p:nvSpPr>
          <p:cNvPr id="23" name="Título 1"/>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rtl="0"/>
            <a:r>
              <a:rPr lang="es-ES" noProof="0"/>
              <a:t>Título de la sección 01</a:t>
            </a:r>
            <a:endParaRPr lang="es-ES" noProof="0"/>
          </a:p>
        </p:txBody>
      </p:sp>
    </p:spTree>
  </p:cSld>
  <p:clrMapOvr>
    <a:masterClrMapping/>
  </p:clrMapOvr>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Encabezado de sección alternativo">
    <p:spTree>
      <p:nvGrpSpPr>
        <p:cNvPr id="1" name=""/>
        <p:cNvGrpSpPr/>
        <p:nvPr/>
      </p:nvGrpSpPr>
      <p:grpSpPr>
        <a:xfrm>
          <a:off x="0" y="0"/>
          <a:ext cx="0" cy="0"/>
          <a:chOff x="0" y="0"/>
          <a:chExt cx="0" cy="0"/>
        </a:xfrm>
      </p:grpSpPr>
      <p:sp>
        <p:nvSpPr>
          <p:cNvPr id="22" name="Rectángulo 21"/>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4" name="Forma libre: Forma 33"/>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24" name="Forma libre: Forma 23"/>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5" name="Forma libre: Forma 24"/>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26" name="Grupo 25"/>
          <p:cNvGrpSpPr/>
          <p:nvPr userDrawn="1"/>
        </p:nvGrpSpPr>
        <p:grpSpPr>
          <a:xfrm>
            <a:off x="9776075" y="2057401"/>
            <a:ext cx="4413559" cy="3934444"/>
            <a:chOff x="9222437" y="1088097"/>
            <a:chExt cx="5433318" cy="4843502"/>
          </a:xfrm>
        </p:grpSpPr>
        <p:sp>
          <p:nvSpPr>
            <p:cNvPr id="27" name="Forma libre: Forma 26"/>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28" name="Forma libre: Forma 27"/>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grpSp>
      <p:sp>
        <p:nvSpPr>
          <p:cNvPr id="29" name="Forma libre: Forma 28"/>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30" name="Forma libre: Forma 29"/>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grpSp>
        <p:nvGrpSpPr>
          <p:cNvPr id="31" name="Grupo 30"/>
          <p:cNvGrpSpPr/>
          <p:nvPr userDrawn="1"/>
        </p:nvGrpSpPr>
        <p:grpSpPr>
          <a:xfrm rot="16200000" flipH="1">
            <a:off x="9913705" y="6257994"/>
            <a:ext cx="1052473" cy="1209445"/>
            <a:chOff x="10800165" y="7142066"/>
            <a:chExt cx="2775293" cy="3189215"/>
          </a:xfrm>
        </p:grpSpPr>
        <p:sp>
          <p:nvSpPr>
            <p:cNvPr id="32" name="Forma libre: Forma 31"/>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3" name="Forma libre: Forma 32"/>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 name="Título 1"/>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rtl="0"/>
            <a:r>
              <a:rPr lang="es-ES" noProof="0"/>
              <a:t>Título de la sección 01</a:t>
            </a:r>
            <a:endParaRPr lang="es-ES" noProof="0"/>
          </a:p>
        </p:txBody>
      </p:sp>
      <p:sp>
        <p:nvSpPr>
          <p:cNvPr id="3" name="Marcador de texto 2"/>
          <p:cNvSpPr>
            <a:spLocks noGrp="1"/>
          </p:cNvSpPr>
          <p:nvPr>
            <p:ph type="body" idx="1" hasCustomPrompt="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rtl="0"/>
            <a:r>
              <a:rPr lang="es-ES" noProof="0"/>
              <a:t>Editar estilos de texto del patrón</a:t>
            </a:r>
            <a:endParaRPr lang="es-ES" noProof="0"/>
          </a:p>
        </p:txBody>
      </p:sp>
      <p:sp>
        <p:nvSpPr>
          <p:cNvPr id="35" name="Marcador de número de diapositiva 4"/>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spTree>
  </p:cSld>
  <p:clrMapOvr>
    <a:masterClrMapping/>
  </p:clrMapOvr>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apositiva de citas">
    <p:spTree>
      <p:nvGrpSpPr>
        <p:cNvPr id="1" name=""/>
        <p:cNvGrpSpPr/>
        <p:nvPr/>
      </p:nvGrpSpPr>
      <p:grpSpPr>
        <a:xfrm>
          <a:off x="0" y="0"/>
          <a:ext cx="0" cy="0"/>
          <a:chOff x="0" y="0"/>
          <a:chExt cx="0" cy="0"/>
        </a:xfrm>
      </p:grpSpPr>
      <p:sp>
        <p:nvSpPr>
          <p:cNvPr id="22" name="Rectángulo 21"/>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4" name="Forma libre: Forma 33"/>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24" name="Forma libre: Forma 23"/>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5" name="Forma libre: Forma 24"/>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3" name="Grupo 2"/>
          <p:cNvGrpSpPr/>
          <p:nvPr userDrawn="1"/>
        </p:nvGrpSpPr>
        <p:grpSpPr>
          <a:xfrm>
            <a:off x="533399" y="914400"/>
            <a:ext cx="1944914" cy="2868218"/>
            <a:chOff x="533399" y="914400"/>
            <a:chExt cx="1944914" cy="2868218"/>
          </a:xfrm>
        </p:grpSpPr>
        <p:sp>
          <p:nvSpPr>
            <p:cNvPr id="4" name="Elipse 3"/>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8" name="Título 1"/>
            <p:cNvSpPr txBox="1"/>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rtl="0"/>
              <a:r>
                <a:rPr lang="es-ES" sz="18400" noProof="0" dirty="0">
                  <a:solidFill>
                    <a:schemeClr val="accent1">
                      <a:lumMod val="60000"/>
                      <a:lumOff val="40000"/>
                    </a:schemeClr>
                  </a:solidFill>
                  <a:latin typeface="+mj-lt"/>
                </a:rPr>
                <a:t>“</a:t>
              </a:r>
              <a:endParaRPr lang="es-ES" sz="18400" noProof="0" dirty="0">
                <a:solidFill>
                  <a:schemeClr val="accent1">
                    <a:lumMod val="60000"/>
                    <a:lumOff val="40000"/>
                  </a:schemeClr>
                </a:solidFill>
                <a:latin typeface="+mj-lt"/>
              </a:endParaRPr>
            </a:p>
          </p:txBody>
        </p:sp>
      </p:grpSp>
      <p:sp>
        <p:nvSpPr>
          <p:cNvPr id="2" name="Título 1"/>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rtl="0"/>
            <a:r>
              <a:rPr lang="es-ES" noProof="0"/>
              <a:t>Cita</a:t>
            </a:r>
            <a:endParaRPr lang="es-ES" noProof="0"/>
          </a:p>
        </p:txBody>
      </p:sp>
      <p:grpSp>
        <p:nvGrpSpPr>
          <p:cNvPr id="17" name="Grupo 16"/>
          <p:cNvGrpSpPr/>
          <p:nvPr userDrawn="1"/>
        </p:nvGrpSpPr>
        <p:grpSpPr>
          <a:xfrm>
            <a:off x="9219751" y="3975262"/>
            <a:ext cx="1944914" cy="2868218"/>
            <a:chOff x="533399" y="914400"/>
            <a:chExt cx="1944914" cy="2868218"/>
          </a:xfrm>
        </p:grpSpPr>
        <p:sp>
          <p:nvSpPr>
            <p:cNvPr id="20" name="Elipse 19"/>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1" name="Título 1"/>
            <p:cNvSpPr txBox="1"/>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rtl="0"/>
              <a:r>
                <a:rPr lang="es-ES" sz="18400" noProof="0" dirty="0">
                  <a:solidFill>
                    <a:schemeClr val="accent1">
                      <a:lumMod val="60000"/>
                      <a:lumOff val="40000"/>
                    </a:schemeClr>
                  </a:solidFill>
                  <a:latin typeface="+mj-lt"/>
                </a:rPr>
                <a:t>”</a:t>
              </a:r>
              <a:endParaRPr lang="es-ES" sz="18400" noProof="0" dirty="0">
                <a:solidFill>
                  <a:schemeClr val="accent1">
                    <a:lumMod val="60000"/>
                    <a:lumOff val="40000"/>
                  </a:schemeClr>
                </a:solidFill>
                <a:latin typeface="+mj-lt"/>
              </a:endParaRPr>
            </a:p>
          </p:txBody>
        </p:sp>
      </p:grpSp>
      <p:sp>
        <p:nvSpPr>
          <p:cNvPr id="6"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7" name="Grupo 6"/>
          <p:cNvGrpSpPr/>
          <p:nvPr userDrawn="1"/>
        </p:nvGrpSpPr>
        <p:grpSpPr>
          <a:xfrm>
            <a:off x="337185" y="6313805"/>
            <a:ext cx="2270760" cy="364490"/>
            <a:chOff x="531" y="9943"/>
            <a:chExt cx="3576" cy="574"/>
          </a:xfrm>
        </p:grpSpPr>
        <p:sp>
          <p:nvSpPr>
            <p:cNvPr id="8"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9"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3" name="Imagen 22">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10"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ítulo + texto">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3" name="Marcador de texto 22"/>
          <p:cNvSpPr>
            <a:spLocks noGrp="1"/>
          </p:cNvSpPr>
          <p:nvPr>
            <p:ph type="body" sz="quarter" idx="13" hasCustomPrompt="1"/>
          </p:nvPr>
        </p:nvSpPr>
        <p:spPr>
          <a:xfrm>
            <a:off x="444500" y="1625600"/>
            <a:ext cx="11213465" cy="4666615"/>
          </a:xfrm>
        </p:spPr>
        <p:txBody>
          <a:bodyPr rtlCol="0">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dirty="0"/>
              <a:t>Editar estilos de texto del patrón</a:t>
            </a:r>
            <a:endParaRPr lang="es-ES" noProof="0" dirty="0"/>
          </a:p>
          <a:p>
            <a:pPr lvl="1" rtl="0"/>
            <a:r>
              <a:rPr lang="es-ES" noProof="0" dirty="0"/>
              <a:t>Segundo nivel</a:t>
            </a:r>
            <a:endParaRPr lang="es-ES" noProof="0" dirty="0"/>
          </a:p>
          <a:p>
            <a:pPr lvl="2" rtl="0"/>
            <a:r>
              <a:rPr lang="es-ES" noProof="0" dirty="0"/>
              <a:t>Tercer nivel</a:t>
            </a:r>
            <a:endParaRPr lang="es-ES" noProof="0" dirty="0"/>
          </a:p>
        </p:txBody>
      </p:sp>
      <p:sp>
        <p:nvSpPr>
          <p:cNvPr id="6"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0" name="Grupo 19"/>
          <p:cNvGrpSpPr/>
          <p:nvPr userDrawn="1"/>
        </p:nvGrpSpPr>
        <p:grpSpPr>
          <a:xfrm>
            <a:off x="337185" y="6313805"/>
            <a:ext cx="2270760" cy="364490"/>
            <a:chOff x="531" y="9943"/>
            <a:chExt cx="3576" cy="574"/>
          </a:xfrm>
        </p:grpSpPr>
        <p:sp>
          <p:nvSpPr>
            <p:cNvPr id="21"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2"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5"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olo el título">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4" name="Forma libre: Forma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0"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1" name="Grupo 20"/>
          <p:cNvGrpSpPr/>
          <p:nvPr userDrawn="1"/>
        </p:nvGrpSpPr>
        <p:grpSpPr>
          <a:xfrm>
            <a:off x="337185" y="6313805"/>
            <a:ext cx="2270760" cy="364490"/>
            <a:chOff x="531" y="9943"/>
            <a:chExt cx="3576" cy="574"/>
          </a:xfrm>
        </p:grpSpPr>
        <p:sp>
          <p:nvSpPr>
            <p:cNvPr id="22"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3"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5" name="Imagen 24">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6"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
        <p:nvSpPr>
          <p:cNvPr id="4" name="Marcador de texto 22"/>
          <p:cNvSpPr>
            <a:spLocks noGrp="1"/>
          </p:cNvSpPr>
          <p:nvPr>
            <p:ph type="body" sz="quarter" idx="13" hasCustomPrompt="1"/>
          </p:nvPr>
        </p:nvSpPr>
        <p:spPr>
          <a:xfrm>
            <a:off x="444500" y="1625600"/>
            <a:ext cx="11214100" cy="4666615"/>
          </a:xfrm>
        </p:spPr>
        <p:txBody>
          <a:bodyPr rtlCol="0">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dirty="0"/>
              <a:t>Editar estilos de texto del patrón</a:t>
            </a:r>
            <a:endParaRPr lang="es-ES" noProof="0" dirty="0"/>
          </a:p>
          <a:p>
            <a:pPr lvl="1" rtl="0"/>
            <a:r>
              <a:rPr lang="es-ES" noProof="0" dirty="0"/>
              <a:t>Segundo nivel</a:t>
            </a:r>
            <a:endParaRPr lang="es-ES" noProof="0" dirty="0"/>
          </a:p>
          <a:p>
            <a:pPr lvl="2" rtl="0"/>
            <a:r>
              <a:rPr lang="es-ES" noProof="0" dirty="0"/>
              <a:t>Tercer nivel</a:t>
            </a:r>
            <a:endParaRPr lang="es-ES" noProof="0" dirty="0"/>
          </a:p>
        </p:txBody>
      </p:sp>
    </p:spTree>
  </p:cSld>
  <p:clrMapOvr>
    <a:masterClrMapping/>
  </p:clrMapOvr>
  <p:hf sldNum="0"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ítulo y contenido">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4" name="Forma libre: Forma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 name="Marcador de número de diapositiva 4"/>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sp>
        <p:nvSpPr>
          <p:cNvPr id="20" name="Marcador de contenido 2"/>
          <p:cNvSpPr>
            <a:spLocks noGrp="1"/>
          </p:cNvSpPr>
          <p:nvPr>
            <p:ph idx="1" hasCustomPrompt="1"/>
          </p:nvPr>
        </p:nvSpPr>
        <p:spPr>
          <a:xfrm>
            <a:off x="443365" y="1825625"/>
            <a:ext cx="11215235" cy="4351338"/>
          </a:xfrm>
        </p:spPr>
        <p:txBody>
          <a:bodyPr rtlCol="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grpSp>
        <p:nvGrpSpPr>
          <p:cNvPr id="4" name="Grupo 3"/>
          <p:cNvGrpSpPr/>
          <p:nvPr userDrawn="1"/>
        </p:nvGrpSpPr>
        <p:grpSpPr>
          <a:xfrm>
            <a:off x="337185" y="6313805"/>
            <a:ext cx="2270760" cy="364490"/>
            <a:chOff x="531" y="9943"/>
            <a:chExt cx="3576" cy="574"/>
          </a:xfrm>
        </p:grpSpPr>
        <p:sp>
          <p:nvSpPr>
            <p:cNvPr id="7"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9"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14" name="Marcador de número de diapositiva 4"/>
          <p:cNvSpPr txBox="1"/>
          <p:nvPr userDrawn="1"/>
        </p:nvSpPr>
        <p:spPr>
          <a:xfrm>
            <a:off x="8506326" y="6318812"/>
            <a:ext cx="2665933" cy="36512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s-ES" u="none" dirty="0">
                <a:solidFill>
                  <a:schemeClr val="bg1"/>
                </a:solidFill>
              </a:rPr>
              <a:t>1DAM – Programación. 0</a:t>
            </a:r>
            <a:r>
              <a:rPr lang="es-ES_tradnl" altLang="es-ES" u="none" dirty="0">
                <a:solidFill>
                  <a:schemeClr val="bg1"/>
                </a:solidFill>
              </a:rPr>
              <a:t>0</a:t>
            </a:r>
            <a:r>
              <a:rPr lang="es-ES" u="none" dirty="0">
                <a:solidFill>
                  <a:schemeClr val="bg1"/>
                </a:solidFill>
              </a:rPr>
              <a:t> </a:t>
            </a:r>
            <a:r>
              <a:rPr lang="es-ES_tradnl" altLang="es-ES" u="none" dirty="0">
                <a:solidFill>
                  <a:schemeClr val="bg1"/>
                </a:solidFill>
              </a:rPr>
              <a:t>Presentación</a:t>
            </a:r>
            <a:endParaRPr lang="es-ES_tradnl" altLang="es-ES" u="none" dirty="0">
              <a:solidFill>
                <a:schemeClr val="bg1"/>
              </a:solidFill>
            </a:endParaRPr>
          </a:p>
        </p:txBody>
      </p:sp>
    </p:spTree>
  </p:cSld>
  <p:clrMapOvr>
    <a:masterClrMapping/>
  </p:clrMapOvr>
  <p:hf sldNum="0"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ación">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4" name="Forma libre: Forma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5" name="Marcador de texto 2"/>
          <p:cNvSpPr>
            <a:spLocks noGrp="1"/>
          </p:cNvSpPr>
          <p:nvPr>
            <p:ph type="body" idx="1" hasCustomPrompt="1"/>
          </p:nvPr>
        </p:nvSpPr>
        <p:spPr>
          <a:xfrm>
            <a:off x="444500" y="1681163"/>
            <a:ext cx="5157787" cy="823912"/>
          </a:xfrm>
        </p:spPr>
        <p:txBody>
          <a:bodyPr rtlCol="0"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endParaRPr lang="es-ES" noProof="0"/>
          </a:p>
        </p:txBody>
      </p:sp>
      <p:sp>
        <p:nvSpPr>
          <p:cNvPr id="26" name="Marcador de posición de texto 4"/>
          <p:cNvSpPr>
            <a:spLocks noGrp="1"/>
          </p:cNvSpPr>
          <p:nvPr>
            <p:ph type="body" sz="quarter" idx="3" hasCustomPrompt="1"/>
          </p:nvPr>
        </p:nvSpPr>
        <p:spPr>
          <a:xfrm>
            <a:off x="6500812" y="1681163"/>
            <a:ext cx="5157788" cy="823912"/>
          </a:xfrm>
        </p:spPr>
        <p:txBody>
          <a:bodyPr rtlCol="0"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endParaRPr lang="es-ES" noProof="0"/>
          </a:p>
        </p:txBody>
      </p:sp>
      <p:sp>
        <p:nvSpPr>
          <p:cNvPr id="27" name="Marcador de posición de contenido 3"/>
          <p:cNvSpPr>
            <a:spLocks noGrp="1"/>
          </p:cNvSpPr>
          <p:nvPr>
            <p:ph sz="half" idx="2" hasCustomPrompt="1"/>
          </p:nvPr>
        </p:nvSpPr>
        <p:spPr>
          <a:xfrm>
            <a:off x="444500" y="2505075"/>
            <a:ext cx="5157787" cy="3684588"/>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28" name="Marcador de posición de contenido 5"/>
          <p:cNvSpPr>
            <a:spLocks noGrp="1"/>
          </p:cNvSpPr>
          <p:nvPr>
            <p:ph sz="quarter" idx="4" hasCustomPrompt="1"/>
          </p:nvPr>
        </p:nvSpPr>
        <p:spPr>
          <a:xfrm>
            <a:off x="6475412" y="2505075"/>
            <a:ext cx="5183188" cy="3684588"/>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20"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1" name="Grupo 20"/>
          <p:cNvGrpSpPr/>
          <p:nvPr userDrawn="1"/>
        </p:nvGrpSpPr>
        <p:grpSpPr>
          <a:xfrm>
            <a:off x="337185" y="6313805"/>
            <a:ext cx="2270760" cy="364490"/>
            <a:chOff x="531" y="9943"/>
            <a:chExt cx="3576" cy="574"/>
          </a:xfrm>
        </p:grpSpPr>
        <p:sp>
          <p:nvSpPr>
            <p:cNvPr id="22"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3"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9" name="Imagen 28">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30" name="Marcador de pie de página 4"/>
          <p:cNvSpPr>
            <a:spLocks noGrp="1"/>
          </p:cNvSpPr>
          <p:nvPr userDrawn="1"/>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 Programación. Presentación</a:t>
            </a:r>
            <a:endParaRPr lang="es-ES" dirty="0"/>
          </a:p>
        </p:txBody>
      </p:sp>
    </p:spTree>
  </p:cSld>
  <p:clrMapOvr>
    <a:masterClrMapping/>
  </p:clrMapOvr>
  <p:hf sldNum="0"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os objetos">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4" name="Forma libre: Forma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0" name="Marcador de contenido 2"/>
          <p:cNvSpPr>
            <a:spLocks noGrp="1"/>
          </p:cNvSpPr>
          <p:nvPr>
            <p:ph sz="half" idx="1" hasCustomPrompt="1"/>
          </p:nvPr>
        </p:nvSpPr>
        <p:spPr>
          <a:xfrm>
            <a:off x="443365" y="1517715"/>
            <a:ext cx="5184437" cy="4659248"/>
          </a:xfrm>
        </p:spPr>
        <p:txBody>
          <a:bodyPr rtlCol="0">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21" name="Marcador de posición de contenido 3"/>
          <p:cNvSpPr>
            <a:spLocks noGrp="1"/>
          </p:cNvSpPr>
          <p:nvPr>
            <p:ph sz="half" idx="2" hasCustomPrompt="1"/>
          </p:nvPr>
        </p:nvSpPr>
        <p:spPr>
          <a:xfrm>
            <a:off x="6474163" y="1517715"/>
            <a:ext cx="5184437" cy="4659248"/>
          </a:xfrm>
        </p:spPr>
        <p:txBody>
          <a:bodyPr rtlCol="0">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22"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3" name="Grupo 22"/>
          <p:cNvGrpSpPr/>
          <p:nvPr userDrawn="1"/>
        </p:nvGrpSpPr>
        <p:grpSpPr>
          <a:xfrm>
            <a:off x="337185" y="6313805"/>
            <a:ext cx="2270760" cy="364490"/>
            <a:chOff x="531" y="9943"/>
            <a:chExt cx="3576" cy="574"/>
          </a:xfrm>
        </p:grpSpPr>
        <p:sp>
          <p:nvSpPr>
            <p:cNvPr id="25"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6"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7" name="Imagen 26">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8"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ategoría 5">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0" name="Marcador de posición de imagen 8"/>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es-ES" noProof="0"/>
              <a:t>Haga clic en el icono para agregar una imagen</a:t>
            </a:r>
            <a:endParaRPr lang="es-ES" noProof="0"/>
          </a:p>
        </p:txBody>
      </p:sp>
      <p:sp>
        <p:nvSpPr>
          <p:cNvPr id="21" name="Marcador de posición de imagen 8"/>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es-ES" noProof="0"/>
              <a:t>Haga clic en el icono para agregar una imagen</a:t>
            </a:r>
            <a:endParaRPr lang="es-ES" noProof="0"/>
          </a:p>
        </p:txBody>
      </p:sp>
      <p:sp>
        <p:nvSpPr>
          <p:cNvPr id="22" name="Marcador de posición de imagen 8"/>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es-ES" noProof="0"/>
              <a:t>Haga clic en el icono para agregar una imagen</a:t>
            </a:r>
            <a:endParaRPr lang="es-ES" noProof="0"/>
          </a:p>
        </p:txBody>
      </p:sp>
      <p:sp>
        <p:nvSpPr>
          <p:cNvPr id="23" name="Marcador de posición de imagen 8"/>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es-ES" noProof="0"/>
              <a:t>Haga clic en el icono para agregar una imagen</a:t>
            </a:r>
            <a:endParaRPr lang="es-ES" noProof="0"/>
          </a:p>
        </p:txBody>
      </p:sp>
      <p:sp>
        <p:nvSpPr>
          <p:cNvPr id="24" name="Marcador de posición de imagen 8"/>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es-ES" noProof="0"/>
              <a:t>Haga clic en el icono para agregar una imagen</a:t>
            </a:r>
            <a:endParaRPr lang="es-ES" noProof="0"/>
          </a:p>
        </p:txBody>
      </p:sp>
      <p:sp>
        <p:nvSpPr>
          <p:cNvPr id="26" name="Marcador de texto 22"/>
          <p:cNvSpPr>
            <a:spLocks noGrp="1"/>
          </p:cNvSpPr>
          <p:nvPr>
            <p:ph type="body" sz="quarter" idx="18" hasCustomPrompt="1"/>
          </p:nvPr>
        </p:nvSpPr>
        <p:spPr>
          <a:xfrm>
            <a:off x="719894"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27" name="Marcador de posición de texto 22"/>
          <p:cNvSpPr>
            <a:spLocks noGrp="1"/>
          </p:cNvSpPr>
          <p:nvPr>
            <p:ph type="body" sz="quarter" idx="19" hasCustomPrompt="1"/>
          </p:nvPr>
        </p:nvSpPr>
        <p:spPr>
          <a:xfrm>
            <a:off x="2963912"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28" name="Marcador de posición de texto 22"/>
          <p:cNvSpPr>
            <a:spLocks noGrp="1"/>
          </p:cNvSpPr>
          <p:nvPr>
            <p:ph type="body" sz="quarter" idx="20" hasCustomPrompt="1"/>
          </p:nvPr>
        </p:nvSpPr>
        <p:spPr>
          <a:xfrm>
            <a:off x="5207930"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29" name="Marcador de posición de texto 22"/>
          <p:cNvSpPr>
            <a:spLocks noGrp="1"/>
          </p:cNvSpPr>
          <p:nvPr>
            <p:ph type="body" sz="quarter" idx="21" hasCustomPrompt="1"/>
          </p:nvPr>
        </p:nvSpPr>
        <p:spPr>
          <a:xfrm>
            <a:off x="7451948"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30" name="Marcador de posición de texto 22"/>
          <p:cNvSpPr>
            <a:spLocks noGrp="1"/>
          </p:cNvSpPr>
          <p:nvPr>
            <p:ph type="body" sz="quarter" idx="22" hasCustomPrompt="1"/>
          </p:nvPr>
        </p:nvSpPr>
        <p:spPr>
          <a:xfrm>
            <a:off x="9695965"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cxnSp>
        <p:nvCxnSpPr>
          <p:cNvPr id="7" name="Conector recto 6"/>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Conector recto 30"/>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Conector recto 31"/>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Conector recto 32"/>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Conector recto 33"/>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orma libre: Forma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6"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37" name="Grupo 36"/>
          <p:cNvGrpSpPr/>
          <p:nvPr userDrawn="1"/>
        </p:nvGrpSpPr>
        <p:grpSpPr>
          <a:xfrm>
            <a:off x="337185" y="6313805"/>
            <a:ext cx="2270760" cy="364490"/>
            <a:chOff x="531" y="9943"/>
            <a:chExt cx="3576" cy="574"/>
          </a:xfrm>
        </p:grpSpPr>
        <p:sp>
          <p:nvSpPr>
            <p:cNvPr id="38"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39"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40" name="Imagen 39">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41"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to + sección 3">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6" name="Marcador de texto 22"/>
          <p:cNvSpPr>
            <a:spLocks noGrp="1"/>
          </p:cNvSpPr>
          <p:nvPr>
            <p:ph type="body" sz="quarter" idx="18" hasCustomPrompt="1"/>
          </p:nvPr>
        </p:nvSpPr>
        <p:spPr>
          <a:xfrm>
            <a:off x="542094"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35" name="Forma libre: Forma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Marcador de posición de imagen 12"/>
          <p:cNvSpPr>
            <a:spLocks noGrp="1"/>
          </p:cNvSpPr>
          <p:nvPr>
            <p:ph type="pic" sz="quarter" idx="19" hasCustomPrompt="1"/>
          </p:nvPr>
        </p:nvSpPr>
        <p:spPr>
          <a:xfrm>
            <a:off x="-2" y="1352575"/>
            <a:ext cx="12192002" cy="2289897"/>
          </a:xfrm>
        </p:spPr>
        <p:txBody>
          <a:bodyPr rtlCol="0" anchor="ctr">
            <a:normAutofit/>
          </a:bodyPr>
          <a:lstStyle>
            <a:lvl1pPr marL="0" indent="0" algn="ctr">
              <a:buNone/>
              <a:defRPr sz="1400">
                <a:solidFill>
                  <a:schemeClr val="accent2"/>
                </a:solidFill>
                <a:latin typeface="Trade Gothic LT Pro" panose="020B0503040303020004" pitchFamily="34" charset="0"/>
              </a:defRPr>
            </a:lvl1pPr>
          </a:lstStyle>
          <a:p>
            <a:pPr rtl="0"/>
            <a:r>
              <a:rPr lang="es-ES" noProof="0"/>
              <a:t>Insertar imagen</a:t>
            </a:r>
            <a:endParaRPr lang="es-ES" noProof="0"/>
          </a:p>
        </p:txBody>
      </p:sp>
      <p:sp>
        <p:nvSpPr>
          <p:cNvPr id="36" name="Marcador de posición de texto 22"/>
          <p:cNvSpPr>
            <a:spLocks noGrp="1"/>
          </p:cNvSpPr>
          <p:nvPr>
            <p:ph type="body" sz="quarter" idx="20" hasCustomPrompt="1"/>
          </p:nvPr>
        </p:nvSpPr>
        <p:spPr>
          <a:xfrm>
            <a:off x="4444169"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37" name="Marcador de posición de texto 22"/>
          <p:cNvSpPr>
            <a:spLocks noGrp="1"/>
          </p:cNvSpPr>
          <p:nvPr>
            <p:ph type="body" sz="quarter" idx="21" hasCustomPrompt="1"/>
          </p:nvPr>
        </p:nvSpPr>
        <p:spPr>
          <a:xfrm>
            <a:off x="8346244"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21"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2" name="Grupo 21"/>
          <p:cNvGrpSpPr/>
          <p:nvPr userDrawn="1"/>
        </p:nvGrpSpPr>
        <p:grpSpPr>
          <a:xfrm>
            <a:off x="337185" y="6313805"/>
            <a:ext cx="2270760" cy="364490"/>
            <a:chOff x="531" y="9943"/>
            <a:chExt cx="3576" cy="574"/>
          </a:xfrm>
        </p:grpSpPr>
        <p:sp>
          <p:nvSpPr>
            <p:cNvPr id="23"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4"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5" name="Imagen 24">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7"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to + texto">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6" name="Marcador de texto 22"/>
          <p:cNvSpPr>
            <a:spLocks noGrp="1"/>
          </p:cNvSpPr>
          <p:nvPr>
            <p:ph type="body" sz="quarter" idx="18" hasCustomPrompt="1"/>
          </p:nvPr>
        </p:nvSpPr>
        <p:spPr>
          <a:xfrm>
            <a:off x="542094" y="4240093"/>
            <a:ext cx="9402006" cy="1463040"/>
          </a:xfrm>
        </p:spPr>
        <p:txBody>
          <a:bodyPr lIns="0" tIns="0" rIns="0" bIns="0" rtlCol="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es-ES" noProof="0"/>
              <a:t>Editar estilos de texto del patrón</a:t>
            </a:r>
            <a:endParaRPr lang="es-ES" noProof="0"/>
          </a:p>
        </p:txBody>
      </p:sp>
      <p:sp>
        <p:nvSpPr>
          <p:cNvPr id="35" name="Forma libre: Forma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Marcador de posición de imagen 12"/>
          <p:cNvSpPr>
            <a:spLocks noGrp="1"/>
          </p:cNvSpPr>
          <p:nvPr>
            <p:ph type="pic" sz="quarter" idx="19" hasCustomPrompt="1"/>
          </p:nvPr>
        </p:nvSpPr>
        <p:spPr>
          <a:xfrm>
            <a:off x="-2" y="1352575"/>
            <a:ext cx="12192002" cy="2289897"/>
          </a:xfrm>
        </p:spPr>
        <p:txBody>
          <a:bodyPr rtlCol="0" anchor="ctr">
            <a:normAutofit/>
          </a:bodyPr>
          <a:lstStyle>
            <a:lvl1pPr marL="0" indent="0" algn="ctr">
              <a:buNone/>
              <a:defRPr sz="1400">
                <a:solidFill>
                  <a:schemeClr val="accent2"/>
                </a:solidFill>
                <a:latin typeface="Trade Gothic LT Pro" panose="020B0503040303020004" pitchFamily="34" charset="0"/>
              </a:defRPr>
            </a:lvl1pPr>
          </a:lstStyle>
          <a:p>
            <a:pPr rtl="0"/>
            <a:r>
              <a:rPr lang="es-ES" noProof="0"/>
              <a:t>Insertar imagen</a:t>
            </a:r>
            <a:endParaRPr lang="es-ES" noProof="0"/>
          </a:p>
        </p:txBody>
      </p:sp>
      <p:sp>
        <p:nvSpPr>
          <p:cNvPr id="20"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1" name="Grupo 20"/>
          <p:cNvGrpSpPr/>
          <p:nvPr userDrawn="1"/>
        </p:nvGrpSpPr>
        <p:grpSpPr>
          <a:xfrm>
            <a:off x="337185" y="6313805"/>
            <a:ext cx="2270760" cy="364490"/>
            <a:chOff x="531" y="9943"/>
            <a:chExt cx="3576" cy="574"/>
          </a:xfrm>
        </p:grpSpPr>
        <p:sp>
          <p:nvSpPr>
            <p:cNvPr id="22"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3"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4" name="Imagen 23">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7"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n con leyenda">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35" name="Forma libre: Forma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0" name="Marcador de posición de imagen 2"/>
          <p:cNvSpPr>
            <a:spLocks noGrp="1"/>
          </p:cNvSpPr>
          <p:nvPr>
            <p:ph type="pic" idx="1"/>
          </p:nvPr>
        </p:nvSpPr>
        <p:spPr>
          <a:xfrm>
            <a:off x="4110087" y="1444649"/>
            <a:ext cx="7548513" cy="4579079"/>
          </a:xfrm>
        </p:spPr>
        <p:txBody>
          <a:bodyPr rtlCol="0">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a:p>
        </p:txBody>
      </p:sp>
      <p:sp>
        <p:nvSpPr>
          <p:cNvPr id="21" name="Marcador de texto 3"/>
          <p:cNvSpPr>
            <a:spLocks noGrp="1"/>
          </p:cNvSpPr>
          <p:nvPr>
            <p:ph type="body" sz="half" idx="2" hasCustomPrompt="1"/>
          </p:nvPr>
        </p:nvSpPr>
        <p:spPr>
          <a:xfrm>
            <a:off x="443366" y="1444649"/>
            <a:ext cx="3365063" cy="4579079"/>
          </a:xfrm>
        </p:spPr>
        <p:txBody>
          <a:bodyPr rtlCol="0"/>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endParaRPr lang="es-ES" noProof="0"/>
          </a:p>
        </p:txBody>
      </p:sp>
      <p:sp>
        <p:nvSpPr>
          <p:cNvPr id="4"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7" name="Grupo 6"/>
          <p:cNvGrpSpPr/>
          <p:nvPr userDrawn="1"/>
        </p:nvGrpSpPr>
        <p:grpSpPr>
          <a:xfrm>
            <a:off x="337185" y="6313805"/>
            <a:ext cx="2270760" cy="364490"/>
            <a:chOff x="531" y="9943"/>
            <a:chExt cx="3576" cy="574"/>
          </a:xfrm>
        </p:grpSpPr>
        <p:sp>
          <p:nvSpPr>
            <p:cNvPr id="9"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13"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n 13">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7"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ido con título">
    <p:bg>
      <p:bgPr>
        <a:solidFill>
          <a:schemeClr val="accent2"/>
        </a:solidFill>
        <a:effectLst/>
      </p:bgPr>
    </p:bg>
    <p:spTree>
      <p:nvGrpSpPr>
        <p:cNvPr id="1" name=""/>
        <p:cNvGrpSpPr/>
        <p:nvPr/>
      </p:nvGrpSpPr>
      <p:grpSpPr>
        <a:xfrm>
          <a:off x="0" y="0"/>
          <a:ext cx="0" cy="0"/>
          <a:chOff x="0" y="0"/>
          <a:chExt cx="0" cy="0"/>
        </a:xfrm>
      </p:grpSpPr>
      <p:sp>
        <p:nvSpPr>
          <p:cNvPr id="11" name="Rectángulo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2"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es-ES" noProof="0"/>
              <a:t>Haga clic para modificar el estilo de título del patrón</a:t>
            </a:r>
            <a:endParaRPr lang="es-ES" noProof="0"/>
          </a:p>
        </p:txBody>
      </p:sp>
      <p:grpSp>
        <p:nvGrpSpPr>
          <p:cNvPr id="15" name="Grupo 14"/>
          <p:cNvGrpSpPr/>
          <p:nvPr userDrawn="1"/>
        </p:nvGrpSpPr>
        <p:grpSpPr>
          <a:xfrm rot="16200000">
            <a:off x="499388" y="-322655"/>
            <a:ext cx="535531" cy="645309"/>
            <a:chOff x="10945855" y="7317026"/>
            <a:chExt cx="2483924" cy="2993104"/>
          </a:xfrm>
        </p:grpSpPr>
        <p:sp>
          <p:nvSpPr>
            <p:cNvPr id="16"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6" name="Grupo 5"/>
          <p:cNvGrpSpPr/>
          <p:nvPr userDrawn="1"/>
        </p:nvGrpSpPr>
        <p:grpSpPr>
          <a:xfrm>
            <a:off x="-1" y="1357409"/>
            <a:ext cx="12192001" cy="4846320"/>
            <a:chOff x="-1" y="1357409"/>
            <a:chExt cx="12192001" cy="4917518"/>
          </a:xfrm>
        </p:grpSpPr>
        <p:sp>
          <p:nvSpPr>
            <p:cNvPr id="19" name="Rectángulo: Una sola esquina cortada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35" name="Forma libre: Forma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1" name="Marcador de texto 3"/>
          <p:cNvSpPr>
            <a:spLocks noGrp="1"/>
          </p:cNvSpPr>
          <p:nvPr>
            <p:ph type="body" sz="half" idx="2" hasCustomPrompt="1"/>
          </p:nvPr>
        </p:nvSpPr>
        <p:spPr>
          <a:xfrm>
            <a:off x="443366" y="1444649"/>
            <a:ext cx="3365063" cy="4579079"/>
          </a:xfrm>
        </p:spPr>
        <p:txBody>
          <a:bodyPr rtlCol="0"/>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endParaRPr lang="es-ES" noProof="0"/>
          </a:p>
        </p:txBody>
      </p:sp>
      <p:sp>
        <p:nvSpPr>
          <p:cNvPr id="22" name="Marcador de contenido 2"/>
          <p:cNvSpPr>
            <a:spLocks noGrp="1"/>
          </p:cNvSpPr>
          <p:nvPr>
            <p:ph idx="1" hasCustomPrompt="1"/>
          </p:nvPr>
        </p:nvSpPr>
        <p:spPr>
          <a:xfrm>
            <a:off x="3964290" y="1444649"/>
            <a:ext cx="7694310" cy="4579079"/>
          </a:xfrm>
        </p:spPr>
        <p:txBody>
          <a:bodyPr rtlCol="0">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20"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3" name="Grupo 22"/>
          <p:cNvGrpSpPr/>
          <p:nvPr userDrawn="1"/>
        </p:nvGrpSpPr>
        <p:grpSpPr>
          <a:xfrm>
            <a:off x="337185" y="6313805"/>
            <a:ext cx="2270760" cy="364490"/>
            <a:chOff x="531" y="9943"/>
            <a:chExt cx="3576" cy="574"/>
          </a:xfrm>
        </p:grpSpPr>
        <p:sp>
          <p:nvSpPr>
            <p:cNvPr id="24" name="Marcador de número de diapositiva 4">
              <a:hlinkClick r:id="rId2"/>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5"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6" name="Imagen 25">
              <a:hlinkClick r:id="rId5"/>
            </p:cNvPr>
            <p:cNvPicPr>
              <a:picLocks noChangeAspect="1"/>
            </p:cNvPicPr>
            <p:nvPr userDrawn="1"/>
          </p:nvPicPr>
          <p:blipFill>
            <a:blip r:embed="rId6"/>
            <a:stretch>
              <a:fillRect/>
            </a:stretch>
          </p:blipFill>
          <p:spPr>
            <a:xfrm>
              <a:off x="3795" y="10032"/>
              <a:ext cx="312" cy="313"/>
            </a:xfrm>
            <a:prstGeom prst="rect">
              <a:avLst/>
            </a:prstGeom>
          </p:spPr>
        </p:pic>
      </p:grpSp>
      <p:sp>
        <p:nvSpPr>
          <p:cNvPr id="27"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Ovr>
    <a:masterClrMapping/>
  </p:clrMapOvr>
  <p:hf sldNum="0"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18" name="Rectángulo 17"/>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9" name="Forma libre: Forma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20"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21" name="Forma libre: Forma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2" name="Forma libre: Forma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24" name="Grupo 23"/>
          <p:cNvGrpSpPr/>
          <p:nvPr userDrawn="1"/>
        </p:nvGrpSpPr>
        <p:grpSpPr>
          <a:xfrm rot="16200000">
            <a:off x="499388" y="-322655"/>
            <a:ext cx="535531" cy="645309"/>
            <a:chOff x="10945855" y="7317026"/>
            <a:chExt cx="2483924" cy="2993104"/>
          </a:xfrm>
        </p:grpSpPr>
        <p:sp>
          <p:nvSpPr>
            <p:cNvPr id="25"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6"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30" name="Forma libre: Forma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1" name="Marcador de número de diapositiva 4"/>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spTree>
  </p:cSld>
  <p:clrMapOvr>
    <a:masterClrMapping/>
  </p:clrMapOvr>
  <p:hf sldNum="0"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gradecimiento 1">
    <p:spTree>
      <p:nvGrpSpPr>
        <p:cNvPr id="1" name=""/>
        <p:cNvGrpSpPr/>
        <p:nvPr/>
      </p:nvGrpSpPr>
      <p:grpSpPr>
        <a:xfrm>
          <a:off x="0" y="0"/>
          <a:ext cx="0" cy="0"/>
          <a:chOff x="0" y="0"/>
          <a:chExt cx="0" cy="0"/>
        </a:xfrm>
      </p:grpSpPr>
      <p:sp>
        <p:nvSpPr>
          <p:cNvPr id="21" name="Rectángulo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5" name="Forma libre: Forma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6" name="Forma libre: Forma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0" name="Forma libre: Forma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6" name="Grupo 5"/>
          <p:cNvGrpSpPr/>
          <p:nvPr userDrawn="1"/>
        </p:nvGrpSpPr>
        <p:grpSpPr>
          <a:xfrm>
            <a:off x="0" y="0"/>
            <a:ext cx="6881966" cy="6858876"/>
            <a:chOff x="-5321" y="1096"/>
            <a:chExt cx="5924073" cy="5904197"/>
          </a:xfrm>
        </p:grpSpPr>
        <p:sp>
          <p:nvSpPr>
            <p:cNvPr id="17" name="Triángulo rectángulo 16"/>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8" name="Triángulo rectángulo 17"/>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9" name="Triángulo rectángulo 18"/>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2" name="Título 1"/>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lgn="ctr">
              <a:defRPr lang="en-GB" sz="5400" b="1" dirty="0">
                <a:solidFill>
                  <a:schemeClr val="bg1"/>
                </a:solidFill>
                <a:latin typeface="+mj-lt"/>
                <a:ea typeface="Tahoma" panose="020B0604030504040204" pitchFamily="34" charset="0"/>
                <a:cs typeface="Tahoma" panose="020B0604030504040204" pitchFamily="34" charset="0"/>
              </a:defRPr>
            </a:lvl1pPr>
          </a:lstStyle>
          <a:p>
            <a:pPr lvl="0" rtl="0"/>
            <a:r>
              <a:rPr lang="es-ES" noProof="0" dirty="0"/>
              <a:t>Gracias</a:t>
            </a:r>
            <a:endParaRPr lang="es-ES" noProof="0" dirty="0"/>
          </a:p>
        </p:txBody>
      </p:sp>
      <p:sp>
        <p:nvSpPr>
          <p:cNvPr id="11" name="Marcador de número de diapositiva 4">
            <a:hlinkClick r:id="rId2"/>
          </p:cNvPr>
          <p:cNvSpPr txBox="1"/>
          <p:nvPr userDrawn="1"/>
        </p:nvSpPr>
        <p:spPr>
          <a:xfrm>
            <a:off x="5217242" y="4726735"/>
            <a:ext cx="4945598" cy="36512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2400" u="none" dirty="0">
                <a:solidFill>
                  <a:schemeClr val="bg1"/>
                </a:solidFill>
              </a:rPr>
              <a:t>José Luis González Sánchez   </a:t>
            </a:r>
            <a:endParaRPr lang="es-ES" sz="2400" u="none" dirty="0">
              <a:solidFill>
                <a:schemeClr val="bg1"/>
              </a:solidFill>
            </a:endParaRPr>
          </a:p>
        </p:txBody>
      </p:sp>
      <p:pic>
        <p:nvPicPr>
          <p:cNvPr id="12" name="Picture 2">
            <a:hlinkClick r:id="rId3"/>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167992" y="5294463"/>
            <a:ext cx="432000" cy="432000"/>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a:hlinkClick r:id="rId5"/>
          </p:cNvPr>
          <p:cNvPicPr>
            <a:picLocks noChangeAspect="1"/>
          </p:cNvPicPr>
          <p:nvPr userDrawn="1"/>
        </p:nvPicPr>
        <p:blipFill>
          <a:blip r:embed="rId6"/>
          <a:stretch>
            <a:fillRect/>
          </a:stretch>
        </p:blipFill>
        <p:spPr>
          <a:xfrm>
            <a:off x="7815992" y="5294463"/>
            <a:ext cx="430990" cy="432000"/>
          </a:xfrm>
          <a:prstGeom prst="rect">
            <a:avLst/>
          </a:prstGeom>
        </p:spPr>
      </p:pic>
    </p:spTree>
  </p:cSld>
  <p:clrMapOvr>
    <a:masterClrMapping/>
  </p:clrMapOvr>
  <p:hf sldNum="0"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radecimiento 2">
    <p:spTree>
      <p:nvGrpSpPr>
        <p:cNvPr id="1" name=""/>
        <p:cNvGrpSpPr/>
        <p:nvPr/>
      </p:nvGrpSpPr>
      <p:grpSpPr>
        <a:xfrm>
          <a:off x="0" y="0"/>
          <a:ext cx="0" cy="0"/>
          <a:chOff x="0" y="0"/>
          <a:chExt cx="0" cy="0"/>
        </a:xfrm>
      </p:grpSpPr>
      <p:sp>
        <p:nvSpPr>
          <p:cNvPr id="21" name="Rectángulo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5" name="Forma libre: Forma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6" name="Forma libre: Forma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0" name="Forma libre: Forma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2" name="Título 1"/>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lgn="ctr">
              <a:defRPr lang="en-GB" sz="5400" b="1" dirty="0">
                <a:solidFill>
                  <a:schemeClr val="bg1"/>
                </a:solidFill>
                <a:latin typeface="+mj-lt"/>
                <a:ea typeface="Tahoma" panose="020B0604030504040204" pitchFamily="34" charset="0"/>
                <a:cs typeface="Tahoma" panose="020B0604030504040204" pitchFamily="34" charset="0"/>
              </a:defRPr>
            </a:lvl1pPr>
          </a:lstStyle>
          <a:p>
            <a:pPr lvl="0" rtl="0"/>
            <a:r>
              <a:rPr lang="es-ES" noProof="0" dirty="0"/>
              <a:t>Gracias</a:t>
            </a:r>
            <a:endParaRPr lang="es-ES" noProof="0" dirty="0"/>
          </a:p>
        </p:txBody>
      </p:sp>
      <p:sp>
        <p:nvSpPr>
          <p:cNvPr id="35" name="Forma libre: Forma 34"/>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32" name="Forma libre: Forma 31"/>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30" name="Forma libre: Forma 29"/>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10" name="Marcador de número de diapositiva 4">
            <a:hlinkClick r:id="rId2"/>
          </p:cNvPr>
          <p:cNvSpPr txBox="1"/>
          <p:nvPr userDrawn="1"/>
        </p:nvSpPr>
        <p:spPr>
          <a:xfrm>
            <a:off x="6360241" y="4934044"/>
            <a:ext cx="4945598" cy="36512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2400" u="none" dirty="0">
                <a:solidFill>
                  <a:schemeClr val="bg1"/>
                </a:solidFill>
              </a:rPr>
              <a:t>José Luis González Sánchez   </a:t>
            </a:r>
            <a:endParaRPr lang="es-ES" sz="2400" u="none" dirty="0">
              <a:solidFill>
                <a:schemeClr val="bg1"/>
              </a:solidFill>
            </a:endParaRPr>
          </a:p>
        </p:txBody>
      </p:sp>
      <p:pic>
        <p:nvPicPr>
          <p:cNvPr id="12" name="Imagen 11">
            <a:hlinkClick r:id="rId3"/>
          </p:cNvPr>
          <p:cNvPicPr>
            <a:picLocks noChangeAspect="1"/>
          </p:cNvPicPr>
          <p:nvPr userDrawn="1"/>
        </p:nvPicPr>
        <p:blipFill>
          <a:blip r:embed="rId4"/>
          <a:stretch>
            <a:fillRect/>
          </a:stretch>
        </p:blipFill>
        <p:spPr>
          <a:xfrm>
            <a:off x="8943862" y="5430584"/>
            <a:ext cx="430990" cy="432000"/>
          </a:xfrm>
          <a:prstGeom prst="rect">
            <a:avLst/>
          </a:prstGeom>
        </p:spPr>
      </p:pic>
      <p:pic>
        <p:nvPicPr>
          <p:cNvPr id="13" name="Picture 2">
            <a:hlinkClick r:id="rId5"/>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321734" y="5430584"/>
            <a:ext cx="432000" cy="43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sldNum="0"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image" Target="../media/image2.png"/><Relationship Id="rId21" Type="http://schemas.openxmlformats.org/officeDocument/2006/relationships/hyperlink" Target="https://github.com/joseluisgs" TargetMode="External"/><Relationship Id="rId20" Type="http://schemas.openxmlformats.org/officeDocument/2006/relationships/image" Target="../media/image1.png"/><Relationship Id="rId2" Type="http://schemas.openxmlformats.org/officeDocument/2006/relationships/slideLayout" Target="../slideLayouts/slideLayout2.xml"/><Relationship Id="rId19" Type="http://schemas.openxmlformats.org/officeDocument/2006/relationships/hyperlink" Target="https://twitter.com/joseluisgonsan" TargetMode="External"/><Relationship Id="rId18" Type="http://schemas.openxmlformats.org/officeDocument/2006/relationships/hyperlink" Target="https://joseluisgs.github.io/" TargetMode="Externa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3" Type="http://schemas.openxmlformats.org/officeDocument/2006/relationships/theme" Target="../theme/theme2.xml"/><Relationship Id="rId22" Type="http://schemas.openxmlformats.org/officeDocument/2006/relationships/image" Target="../media/image2.png"/><Relationship Id="rId21" Type="http://schemas.openxmlformats.org/officeDocument/2006/relationships/hyperlink" Target="https://github.com/joseluisgs" TargetMode="External"/><Relationship Id="rId20" Type="http://schemas.openxmlformats.org/officeDocument/2006/relationships/image" Target="../media/image1.png"/><Relationship Id="rId2" Type="http://schemas.openxmlformats.org/officeDocument/2006/relationships/slideLayout" Target="../slideLayouts/slideLayout19.xml"/><Relationship Id="rId19" Type="http://schemas.openxmlformats.org/officeDocument/2006/relationships/hyperlink" Target="https://twitter.com/joseluisgonsan" TargetMode="External"/><Relationship Id="rId18" Type="http://schemas.openxmlformats.org/officeDocument/2006/relationships/hyperlink" Target="https://joseluisgs.github.io/" TargetMode="External"/><Relationship Id="rId17" Type="http://schemas.openxmlformats.org/officeDocument/2006/relationships/slideLayout" Target="../slideLayouts/slideLayout34.xml"/><Relationship Id="rId16" Type="http://schemas.openxmlformats.org/officeDocument/2006/relationships/slideLayout" Target="../slideLayouts/slideLayout33.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endParaRPr lang="es-ES" noProof="0"/>
          </a:p>
        </p:txBody>
      </p:sp>
      <p:sp>
        <p:nvSpPr>
          <p:cNvPr id="3" name="Marcador de texto 2"/>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6" name="Marcador de número de diapositiva 5"/>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C263D6C4-4840-40CC-AC84-17E24B3B7BDE}" type="slidenum">
              <a:rPr lang="es-ES" noProof="0" smtClean="0"/>
            </a:fld>
            <a:endParaRPr lang="es-ES" noProof="0"/>
          </a:p>
        </p:txBody>
      </p:sp>
      <p:sp>
        <p:nvSpPr>
          <p:cNvPr id="5" name="Rectángulo 4"/>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7" name="Forma libre: Forma 9"/>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9" name="Forma libre: Forma 11"/>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7"/>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Título 1"/>
          <p:cNvSpPr txBox="1"/>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pPr rtl="0"/>
            <a:r>
              <a:rPr lang="es-ES" noProof="0">
                <a:latin typeface="+mj-lt"/>
              </a:rPr>
              <a:t>Haga clic para modificar el estilo de título del patrón</a:t>
            </a:r>
            <a:endParaRPr lang="es-ES" noProof="0">
              <a:latin typeface="+mj-lt"/>
            </a:endParaRPr>
          </a:p>
        </p:txBody>
      </p:sp>
      <p:grpSp>
        <p:nvGrpSpPr>
          <p:cNvPr id="12" name="Grupo 11"/>
          <p:cNvGrpSpPr/>
          <p:nvPr userDrawn="1"/>
        </p:nvGrpSpPr>
        <p:grpSpPr>
          <a:xfrm rot="16200000">
            <a:off x="499388" y="-322655"/>
            <a:ext cx="535531" cy="645309"/>
            <a:chOff x="10945855" y="7317026"/>
            <a:chExt cx="2483924" cy="2993104"/>
          </a:xfrm>
        </p:grpSpPr>
        <p:sp>
          <p:nvSpPr>
            <p:cNvPr id="13"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15" name="Grupo 14"/>
          <p:cNvGrpSpPr/>
          <p:nvPr userDrawn="1"/>
        </p:nvGrpSpPr>
        <p:grpSpPr>
          <a:xfrm>
            <a:off x="-1" y="1357409"/>
            <a:ext cx="12192001" cy="4846320"/>
            <a:chOff x="-1" y="1357409"/>
            <a:chExt cx="12192001" cy="4917518"/>
          </a:xfrm>
        </p:grpSpPr>
        <p:sp>
          <p:nvSpPr>
            <p:cNvPr id="16" name="Rectángulo: Una sola esquina cortada 18"/>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rtl="0"/>
              <a:endParaRPr lang="es-ES" noProof="0"/>
            </a:p>
          </p:txBody>
        </p:sp>
        <p:sp>
          <p:nvSpPr>
            <p:cNvPr id="17"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18" name="Forma libre: Forma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0" name="Grupo 19"/>
          <p:cNvGrpSpPr/>
          <p:nvPr userDrawn="1"/>
        </p:nvGrpSpPr>
        <p:grpSpPr>
          <a:xfrm>
            <a:off x="337185" y="6313805"/>
            <a:ext cx="2270760" cy="364490"/>
            <a:chOff x="531" y="9943"/>
            <a:chExt cx="3576" cy="574"/>
          </a:xfrm>
        </p:grpSpPr>
        <p:sp>
          <p:nvSpPr>
            <p:cNvPr id="21" name="Marcador de número de diapositiva 4">
              <a:hlinkClick r:id="rId18"/>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2" name="Picture 2">
              <a:hlinkClick r:id="rId19"/>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3" name="Imagen 22">
              <a:hlinkClick r:id="rId21"/>
            </p:cNvPr>
            <p:cNvPicPr>
              <a:picLocks noChangeAspect="1"/>
            </p:cNvPicPr>
            <p:nvPr userDrawn="1"/>
          </p:nvPicPr>
          <p:blipFill>
            <a:blip r:embed="rId22"/>
            <a:stretch>
              <a:fillRect/>
            </a:stretch>
          </p:blipFill>
          <p:spPr>
            <a:xfrm>
              <a:off x="3795" y="10032"/>
              <a:ext cx="312" cy="313"/>
            </a:xfrm>
            <a:prstGeom prst="rect">
              <a:avLst/>
            </a:prstGeom>
          </p:spPr>
        </p:pic>
      </p:grpSp>
      <p:sp>
        <p:nvSpPr>
          <p:cNvPr id="25"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endParaRPr lang="es-ES" noProof="0"/>
          </a:p>
        </p:txBody>
      </p:sp>
      <p:sp>
        <p:nvSpPr>
          <p:cNvPr id="3" name="Marcador de texto 2"/>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rtl="0"/>
            <a:r>
              <a:rPr lang="es-ES" noProof="0"/>
              <a:t>Editar estilos de texto del patrón</a:t>
            </a:r>
            <a:endParaRPr lang="es-ES" noProof="0"/>
          </a:p>
          <a:p>
            <a:pPr lvl="1" rtl="0"/>
            <a:r>
              <a:rPr lang="es-ES" noProof="0"/>
              <a:t>Segundo nivel</a:t>
            </a:r>
            <a:endParaRPr lang="es-ES" noProof="0"/>
          </a:p>
          <a:p>
            <a:pPr lvl="2" rtl="0"/>
            <a:r>
              <a:rPr lang="es-ES" noProof="0"/>
              <a:t>Tercer nivel</a:t>
            </a:r>
            <a:endParaRPr lang="es-ES" noProof="0"/>
          </a:p>
          <a:p>
            <a:pPr lvl="3" rtl="0"/>
            <a:r>
              <a:rPr lang="es-ES" noProof="0"/>
              <a:t>Cuarto nivel</a:t>
            </a:r>
            <a:endParaRPr lang="es-ES" noProof="0"/>
          </a:p>
          <a:p>
            <a:pPr lvl="4" rtl="0"/>
            <a:r>
              <a:rPr lang="es-ES" noProof="0"/>
              <a:t>Quinto nivel</a:t>
            </a:r>
            <a:endParaRPr lang="es-ES" noProof="0"/>
          </a:p>
        </p:txBody>
      </p:sp>
      <p:sp>
        <p:nvSpPr>
          <p:cNvPr id="6" name="Marcador de número de diapositiva 5"/>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C263D6C4-4840-40CC-AC84-17E24B3B7BDE}" type="slidenum">
              <a:rPr lang="es-ES" noProof="0" smtClean="0"/>
            </a:fld>
            <a:endParaRPr lang="es-ES" noProof="0"/>
          </a:p>
        </p:txBody>
      </p:sp>
      <p:sp>
        <p:nvSpPr>
          <p:cNvPr id="5" name="Rectángulo 4"/>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7" name="Forma libre: Forma 9"/>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8" name="Forma libre: Forma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s-ES" noProof="0"/>
          </a:p>
        </p:txBody>
      </p:sp>
      <p:sp>
        <p:nvSpPr>
          <p:cNvPr id="9" name="Forma libre: Forma 11"/>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Forma libre: Forma 7"/>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Título 1"/>
          <p:cNvSpPr txBox="1"/>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pPr rtl="0"/>
            <a:r>
              <a:rPr lang="es-ES" noProof="0">
                <a:latin typeface="+mj-lt"/>
              </a:rPr>
              <a:t>Haga clic para modificar el estilo de título del patrón</a:t>
            </a:r>
            <a:endParaRPr lang="es-ES" noProof="0">
              <a:latin typeface="+mj-lt"/>
            </a:endParaRPr>
          </a:p>
        </p:txBody>
      </p:sp>
      <p:grpSp>
        <p:nvGrpSpPr>
          <p:cNvPr id="12" name="Grupo 11"/>
          <p:cNvGrpSpPr/>
          <p:nvPr userDrawn="1"/>
        </p:nvGrpSpPr>
        <p:grpSpPr>
          <a:xfrm rot="16200000">
            <a:off x="499388" y="-322655"/>
            <a:ext cx="535531" cy="645309"/>
            <a:chOff x="10945855" y="7317026"/>
            <a:chExt cx="2483924" cy="2993104"/>
          </a:xfrm>
        </p:grpSpPr>
        <p:sp>
          <p:nvSpPr>
            <p:cNvPr id="13" name="Forma libre: Forma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Forma libre: Forma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15" name="Grupo 14"/>
          <p:cNvGrpSpPr/>
          <p:nvPr userDrawn="1"/>
        </p:nvGrpSpPr>
        <p:grpSpPr>
          <a:xfrm>
            <a:off x="-1" y="1357409"/>
            <a:ext cx="12192001" cy="4846320"/>
            <a:chOff x="-1" y="1357409"/>
            <a:chExt cx="12192001" cy="4917518"/>
          </a:xfrm>
        </p:grpSpPr>
        <p:sp>
          <p:nvSpPr>
            <p:cNvPr id="16" name="Rectángulo: Una sola esquina cortada 18"/>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rtl="0"/>
              <a:endParaRPr lang="es-ES" noProof="0"/>
            </a:p>
          </p:txBody>
        </p:sp>
        <p:sp>
          <p:nvSpPr>
            <p:cNvPr id="17" name="Rectángulo: Una sola esquina cortada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18" name="Forma libre: Forma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Marcador de número de diapositiva 4"/>
          <p:cNvSpPr>
            <a:spLocks noGrp="1"/>
          </p:cNvSpPr>
          <p:nvPr userDrawn="1"/>
        </p:nvSpPr>
        <p:spPr>
          <a:xfrm>
            <a:off x="11252200" y="6315075"/>
            <a:ext cx="406400" cy="365125"/>
          </a:xfrm>
          <a:prstGeom prst="rect">
            <a:avLst/>
          </a:prstGeom>
        </p:spPr>
        <p:txBody>
          <a:bodyPr vert="horz" lIns="91440" tIns="45720" rIns="91440" bIns="45720" rtlCol="0" anchor="ctr"/>
          <a:lstStyle>
            <a:lvl1pPr>
              <a:defRPr sz="1000">
                <a:solidFill>
                  <a:schemeClr val="bg1"/>
                </a:solidFill>
                <a:latin typeface="Trade Gothic LT Pro" panose="020B0503040303020004" pitchFamily="34" charset="0"/>
              </a:defRPr>
            </a:lvl1pPr>
          </a:lstStyle>
          <a:p>
            <a:pPr rtl="0"/>
            <a:fld id="{C263D6C4-4840-40CC-AC84-17E24B3B7BDE}" type="slidenum">
              <a:rPr lang="es-ES" noProof="0" smtClean="0"/>
            </a:fld>
            <a:endParaRPr lang="es-ES" noProof="0"/>
          </a:p>
        </p:txBody>
      </p:sp>
      <p:grpSp>
        <p:nvGrpSpPr>
          <p:cNvPr id="20" name="Grupo 19"/>
          <p:cNvGrpSpPr/>
          <p:nvPr userDrawn="1"/>
        </p:nvGrpSpPr>
        <p:grpSpPr>
          <a:xfrm>
            <a:off x="337185" y="6313805"/>
            <a:ext cx="2270760" cy="364490"/>
            <a:chOff x="531" y="9943"/>
            <a:chExt cx="3576" cy="574"/>
          </a:xfrm>
        </p:grpSpPr>
        <p:sp>
          <p:nvSpPr>
            <p:cNvPr id="21" name="Marcador de número de diapositiva 4">
              <a:hlinkClick r:id="rId18"/>
            </p:cNvPr>
            <p:cNvSpPr txBox="1"/>
            <p:nvPr userDrawn="1"/>
          </p:nvSpPr>
          <p:spPr>
            <a:xfrm>
              <a:off x="531" y="9943"/>
              <a:ext cx="3212" cy="575"/>
            </a:xfrm>
            <a:prstGeom prst="rect">
              <a:avLst/>
            </a:prstGeom>
          </p:spPr>
          <p:txBody>
            <a:bodyPr vert="horz" lIns="91440" tIns="45720" rIns="91440" bIns="45720" rtlCol="0" anchor="ctr"/>
            <a:lstStyle>
              <a:defPPr rtl="0">
                <a:defRPr lang="en-US"/>
              </a:defPPr>
              <a:lvl1pPr marL="0" algn="r"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s-ES" u="none" dirty="0">
                  <a:solidFill>
                    <a:schemeClr val="bg1"/>
                  </a:solidFill>
                </a:rPr>
                <a:t>José Luis González Sánchez                  </a:t>
              </a:r>
              <a:endParaRPr lang="es-ES" u="none" dirty="0">
                <a:solidFill>
                  <a:schemeClr val="bg1"/>
                </a:solidFill>
              </a:endParaRPr>
            </a:p>
          </p:txBody>
        </p:sp>
        <p:pic>
          <p:nvPicPr>
            <p:cNvPr id="22" name="Picture 2">
              <a:hlinkClick r:id="rId19"/>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3370" y="10035"/>
              <a:ext cx="313" cy="313"/>
            </a:xfrm>
            <a:prstGeom prst="rect">
              <a:avLst/>
            </a:prstGeom>
            <a:noFill/>
            <a:extLst>
              <a:ext uri="{909E8E84-426E-40DD-AFC4-6F175D3DCCD1}">
                <a14:hiddenFill xmlns:a14="http://schemas.microsoft.com/office/drawing/2010/main">
                  <a:solidFill>
                    <a:srgbClr val="FFFFFF"/>
                  </a:solidFill>
                </a14:hiddenFill>
              </a:ext>
            </a:extLst>
          </p:spPr>
        </p:pic>
        <p:pic>
          <p:nvPicPr>
            <p:cNvPr id="23" name="Imagen 22">
              <a:hlinkClick r:id="rId21"/>
            </p:cNvPr>
            <p:cNvPicPr>
              <a:picLocks noChangeAspect="1"/>
            </p:cNvPicPr>
            <p:nvPr userDrawn="1"/>
          </p:nvPicPr>
          <p:blipFill>
            <a:blip r:embed="rId22"/>
            <a:stretch>
              <a:fillRect/>
            </a:stretch>
          </p:blipFill>
          <p:spPr>
            <a:xfrm>
              <a:off x="3795" y="10032"/>
              <a:ext cx="312" cy="313"/>
            </a:xfrm>
            <a:prstGeom prst="rect">
              <a:avLst/>
            </a:prstGeom>
          </p:spPr>
        </p:pic>
      </p:grpSp>
      <p:sp>
        <p:nvSpPr>
          <p:cNvPr id="25" name="Marcador de pie de página 4"/>
          <p:cNvSpPr>
            <a:spLocks noGrp="1"/>
          </p:cNvSpPr>
          <p:nvPr>
            <p:ph type="ftr" sz="quarter" idx="3"/>
          </p:nvPr>
        </p:nvSpPr>
        <p:spPr>
          <a:xfrm>
            <a:off x="2653026" y="6309267"/>
            <a:ext cx="8459472" cy="365125"/>
          </a:xfrm>
          <a:prstGeom prst="rect">
            <a:avLst/>
          </a:prstGeom>
        </p:spPr>
        <p:txBody>
          <a:bodyPr vert="horz" lIns="91440" tIns="45720" rIns="91440" bIns="45720" rtlCol="0" anchor="ctr"/>
          <a:lstStyle>
            <a:lvl1pPr algn="r">
              <a:defRPr lang="es-ES" sz="1000" u="none" kern="1200" dirty="0">
                <a:solidFill>
                  <a:schemeClr val="bg1"/>
                </a:solidFill>
                <a:latin typeface="Trade Gothic LT Pro" panose="020B0503040303020004" pitchFamily="34" charset="0"/>
                <a:ea typeface="+mn-ea"/>
                <a:cs typeface="+mn-cs"/>
              </a:defRPr>
            </a:lvl1pPr>
          </a:lstStyle>
          <a:p>
            <a:r>
              <a:rPr lang="es-ES" dirty="0"/>
              <a:t>1DAM. Prgramación. 01 Introducción a la Programación de Software</a:t>
            </a:r>
            <a:endParaRPr lang="es-ES" dirty="0"/>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9.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20.png"/><Relationship Id="rId1" Type="http://schemas.openxmlformats.org/officeDocument/2006/relationships/hyperlink" Target="https://www.tiobe.com/tiobe-index/"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5.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rtlCol="0"/>
          <a:lstStyle/>
          <a:p>
            <a:pPr rtl="0"/>
            <a:r>
              <a:rPr lang="es-ES_tradnl" altLang="es-ES" dirty="0"/>
              <a:t>Programación</a:t>
            </a:r>
            <a:endParaRPr lang="es-ES_tradnl" altLang="es-ES" dirty="0"/>
          </a:p>
        </p:txBody>
      </p:sp>
      <p:sp>
        <p:nvSpPr>
          <p:cNvPr id="3" name="Subtítulo 2"/>
          <p:cNvSpPr>
            <a:spLocks noGrp="1"/>
          </p:cNvSpPr>
          <p:nvPr>
            <p:ph type="subTitle" idx="1"/>
          </p:nvPr>
        </p:nvSpPr>
        <p:spPr/>
        <p:txBody>
          <a:bodyPr rtlCol="0"/>
          <a:lstStyle/>
          <a:p>
            <a:pPr marL="0" indent="0" rtl="0">
              <a:buNone/>
            </a:pPr>
            <a:r>
              <a:rPr lang="es-ES_tradnl" altLang="es-ES" dirty="0"/>
              <a:t>01 Introducción a la Programación de Software</a:t>
            </a:r>
            <a:endParaRPr lang="es-ES_tradnl" altLang="es-ES" dirty="0"/>
          </a:p>
        </p:txBody>
      </p:sp>
      <p:pic>
        <p:nvPicPr>
          <p:cNvPr id="5" name="Imagen 4" descr="01"/>
          <p:cNvPicPr>
            <a:picLocks noChangeAspect="1"/>
          </p:cNvPicPr>
          <p:nvPr/>
        </p:nvPicPr>
        <p:blipFill>
          <a:blip r:embed="rId1"/>
          <a:stretch>
            <a:fillRect/>
          </a:stretch>
        </p:blipFill>
        <p:spPr>
          <a:xfrm>
            <a:off x="9241155" y="113665"/>
            <a:ext cx="2783205" cy="2783205"/>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p:cNvSpPr>
            <a:spLocks noGrp="1"/>
          </p:cNvSpPr>
          <p:nvPr>
            <p:ph type="title"/>
          </p:nvPr>
        </p:nvSpPr>
        <p:spPr>
          <a:xfrm>
            <a:off x="444500" y="542925"/>
            <a:ext cx="11214100" cy="534035"/>
          </a:xfrm>
        </p:spPr>
        <p:txBody>
          <a:bodyPr rtlCol="0"/>
          <a:lstStyle/>
          <a:p>
            <a:pPr rtl="0"/>
            <a:r>
              <a:rPr lang="es-ES_tradnl" altLang="es-ES"/>
              <a:t>Contenidos</a:t>
            </a:r>
            <a:endParaRPr lang="es-ES_tradnl" altLang="es-ES"/>
          </a:p>
        </p:txBody>
      </p:sp>
      <p:sp>
        <p:nvSpPr>
          <p:cNvPr id="10" name="Marcador de texto 9"/>
          <p:cNvSpPr>
            <a:spLocks noGrp="1"/>
          </p:cNvSpPr>
          <p:nvPr>
            <p:ph type="body" sz="quarter" idx="13"/>
          </p:nvPr>
        </p:nvSpPr>
        <p:spPr/>
        <p:txBody>
          <a:bodyPr rtlCol="0"/>
          <a:lstStyle/>
          <a:p>
            <a:pPr marL="342900" indent="-342900" rtl="0">
              <a:buAutoNum type="arabicPeriod"/>
            </a:pPr>
            <a:r>
              <a:rPr lang="es-ES_tradnl" altLang="es-ES"/>
              <a:t>Algoritmos y Programas</a:t>
            </a:r>
            <a:endParaRPr lang="es-ES_tradnl" altLang="es-ES"/>
          </a:p>
          <a:p>
            <a:pPr marL="342900" indent="-342900" rtl="0">
              <a:buAutoNum type="arabicPeriod"/>
            </a:pPr>
            <a:r>
              <a:rPr lang="es-ES_tradnl" altLang="es-ES"/>
              <a:t>Paradigmas de </a:t>
            </a:r>
            <a:r>
              <a:rPr lang="es-ES"/>
              <a:t>Programación</a:t>
            </a:r>
            <a:endParaRPr lang="es-ES"/>
          </a:p>
          <a:p>
            <a:pPr marL="342900" indent="-342900" rtl="0">
              <a:buAutoNum type="arabicPeriod"/>
            </a:pPr>
            <a:r>
              <a:rPr lang="es-ES_tradnl" altLang="es-ES"/>
              <a:t>Fases de la Programación</a:t>
            </a:r>
            <a:endParaRPr lang="es-ES_tradnl" altLang="es-ES"/>
          </a:p>
          <a:p>
            <a:pPr marL="342900" indent="-342900" rtl="0">
              <a:buAutoNum type="arabicPeriod"/>
            </a:pPr>
            <a:r>
              <a:rPr lang="es-ES_tradnl" altLang="es-ES"/>
              <a:t>Tipos de Lenguajes</a:t>
            </a:r>
            <a:endParaRPr lang="es-ES_tradnl" altLang="es-ES"/>
          </a:p>
          <a:p>
            <a:pPr marL="342900" indent="-342900" rtl="0">
              <a:buAutoNum type="arabicPeriod"/>
            </a:pPr>
            <a:r>
              <a:rPr lang="es-ES_tradnl" altLang="es-ES"/>
              <a:t>Compiladores e Intérpretes</a:t>
            </a:r>
            <a:endParaRPr lang="es-ES_tradnl" altLang="es-ES"/>
          </a:p>
          <a:p>
            <a:pPr marL="342900" indent="-342900" rtl="0">
              <a:buAutoNum type="arabicPeriod"/>
            </a:pPr>
            <a:r>
              <a:rPr lang="es-ES_tradnl" altLang="es-ES"/>
              <a:t>Lenguajes más usados</a:t>
            </a:r>
            <a:endParaRPr lang="es-ES_tradnl" altLang="es-ES"/>
          </a:p>
          <a:p>
            <a:pPr marL="342900" indent="-342900" rtl="0">
              <a:buAutoNum type="arabicPeriod"/>
            </a:pPr>
            <a:endParaRPr lang="es-ES"/>
          </a:p>
          <a:p>
            <a:pPr marL="342900" indent="-342900" rtl="0">
              <a:buAutoNum type="arabicPeriod"/>
            </a:pPr>
            <a:endParaRPr lang="es-ES"/>
          </a:p>
        </p:txBody>
      </p:sp>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2104" y="3020786"/>
            <a:ext cx="7781544" cy="1724469"/>
          </a:xfrm>
        </p:spPr>
        <p:txBody>
          <a:bodyPr rtlCol="0"/>
          <a:lstStyle/>
          <a:p>
            <a:pPr rtl="0"/>
            <a:r>
              <a:rPr lang="es-ES_tradnl" altLang="es-ES"/>
              <a:t>Algoritmos y Programas</a:t>
            </a:r>
            <a:endParaRPr lang="es-ES_tradnl" altLang="es-ES"/>
          </a:p>
        </p:txBody>
      </p:sp>
      <p:sp>
        <p:nvSpPr>
          <p:cNvPr id="5" name="Marcador de texto 4"/>
          <p:cNvSpPr>
            <a:spLocks noGrp="1"/>
          </p:cNvSpPr>
          <p:nvPr>
            <p:ph type="body" idx="1"/>
          </p:nvPr>
        </p:nvSpPr>
        <p:spPr/>
        <p:txBody>
          <a:bodyPr rtlCol="0"/>
          <a:lstStyle/>
          <a:p>
            <a:pPr rtl="0"/>
            <a:r>
              <a:rPr lang="es-ES_tradnl" altLang="es-ES"/>
              <a:t>Antes de programar...</a:t>
            </a:r>
            <a:endParaRPr lang="es-ES_tradnl" altLang="es-E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Algoritmo y Programas</a:t>
            </a:r>
            <a:endParaRPr lang="es-ES_tradnl" altLang="es-ES"/>
          </a:p>
        </p:txBody>
      </p:sp>
      <p:sp>
        <p:nvSpPr>
          <p:cNvPr id="6" name="Marcador de posición de texto 5"/>
          <p:cNvSpPr>
            <a:spLocks noGrp="1"/>
          </p:cNvSpPr>
          <p:nvPr>
            <p:ph type="body" sz="quarter" idx="13"/>
          </p:nvPr>
        </p:nvSpPr>
        <p:spPr/>
        <p:txBody>
          <a:bodyPr/>
          <a:p>
            <a:r>
              <a:rPr lang="es-ES" altLang="en-US" b="1"/>
              <a:t>Algoritmo</a:t>
            </a:r>
            <a:r>
              <a:rPr lang="es-ES" altLang="en-US"/>
              <a:t>: secuencia ordenada de pasos, descrita sin ambigüedades, que conducen a la</a:t>
            </a:r>
            <a:r>
              <a:rPr lang="es-ES_tradnl" altLang="es-ES"/>
              <a:t> </a:t>
            </a:r>
            <a:r>
              <a:rPr lang="es-ES" altLang="en-US"/>
              <a:t>solución de un problema dado.</a:t>
            </a:r>
            <a:endParaRPr lang="es-ES" altLang="en-US"/>
          </a:p>
          <a:p>
            <a:r>
              <a:rPr lang="es-ES" altLang="en-US"/>
              <a:t>Los algoritmos son independientes de los lenguajes de programación y de las computadoras donde</a:t>
            </a:r>
            <a:r>
              <a:rPr lang="es-ES_tradnl" altLang="es-ES"/>
              <a:t> </a:t>
            </a:r>
            <a:r>
              <a:rPr lang="es-ES" altLang="en-US"/>
              <a:t>se ejecutan. Un mismo algoritmo puede ser expresado en diferentes lenguajes de programación y</a:t>
            </a:r>
            <a:r>
              <a:rPr lang="es-ES_tradnl" altLang="es-ES"/>
              <a:t> </a:t>
            </a:r>
            <a:r>
              <a:rPr lang="es-ES" altLang="en-US"/>
              <a:t>podría ser ejecutado en diferentes dispositivos. Piensa en una receta de cocina, ésta puede ser</a:t>
            </a:r>
            <a:r>
              <a:rPr lang="es-ES_tradnl" altLang="es-ES"/>
              <a:t> </a:t>
            </a:r>
            <a:r>
              <a:rPr lang="es-ES" altLang="en-US"/>
              <a:t>expresada en castellano, inglés o francés, podría ser cocinada en fogón o vitrocerámica, por un</a:t>
            </a:r>
            <a:r>
              <a:rPr lang="es-ES_tradnl" altLang="es-ES"/>
              <a:t> </a:t>
            </a:r>
            <a:r>
              <a:rPr lang="es-ES" altLang="en-US"/>
              <a:t>cocinero o más, etc. Pero independientemente de todas estas circunstancias, el plato se preparará</a:t>
            </a:r>
            <a:r>
              <a:rPr lang="es-ES_tradnl" altLang="es-ES"/>
              <a:t> </a:t>
            </a:r>
            <a:r>
              <a:rPr lang="es-ES" altLang="en-US"/>
              <a:t>siguiendo los mismos pasos.</a:t>
            </a:r>
            <a:endParaRPr lang="es-ES" altLang="en-US"/>
          </a:p>
          <a:p>
            <a:r>
              <a:rPr lang="es-ES" altLang="en-US"/>
              <a:t>La diferencia fundamental entre </a:t>
            </a:r>
            <a:r>
              <a:rPr lang="es-ES" altLang="en-US" b="1"/>
              <a:t>algoritmo y programa</a:t>
            </a:r>
            <a:r>
              <a:rPr lang="es-ES" altLang="en-US"/>
              <a:t> es que, en el segundo, los pasos que permiten</a:t>
            </a:r>
            <a:r>
              <a:rPr lang="es-ES_tradnl" altLang="es-ES"/>
              <a:t> </a:t>
            </a:r>
            <a:r>
              <a:rPr lang="es-ES" altLang="en-US"/>
              <a:t>resolver el problema, deben escribirse en un determinado lenguaje de programación para que</a:t>
            </a:r>
            <a:r>
              <a:rPr lang="es-ES_tradnl" altLang="es-ES"/>
              <a:t> </a:t>
            </a:r>
            <a:r>
              <a:rPr lang="es-ES" altLang="en-US"/>
              <a:t>puedan ser ejecutados en el ordenador y así obtener la solución.</a:t>
            </a:r>
            <a:endParaRPr lang="es-ES" altLang="en-US"/>
          </a:p>
          <a:p>
            <a:endParaRPr lang="es-ES" altLang="en-US"/>
          </a:p>
        </p:txBody>
      </p:sp>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Algoritmo y Programas</a:t>
            </a:r>
            <a:endParaRPr lang="es-ES_tradnl" altLang="es-ES"/>
          </a:p>
        </p:txBody>
      </p:sp>
      <p:sp>
        <p:nvSpPr>
          <p:cNvPr id="6" name="Marcador de posición de texto 5"/>
          <p:cNvSpPr>
            <a:spLocks noGrp="1"/>
          </p:cNvSpPr>
          <p:nvPr>
            <p:ph type="body" sz="quarter" idx="13"/>
          </p:nvPr>
        </p:nvSpPr>
        <p:spPr/>
        <p:txBody>
          <a:bodyPr/>
          <a:p>
            <a:r>
              <a:rPr b="1"/>
              <a:t>Los lenguajes de programación</a:t>
            </a:r>
            <a:r>
              <a:t> son sólo un medio para expresar el algoritmo y el ordenador un</a:t>
            </a:r>
            <a:r>
              <a:rPr lang="es-ES_tradnl"/>
              <a:t> </a:t>
            </a:r>
            <a:r>
              <a:t>procesador para ejecutarlo. </a:t>
            </a:r>
            <a:r>
              <a:rPr lang="es-ES_tradnl"/>
              <a:t>Mediante el lenguaje creramos programas que ejecutan uno o más algoritmos en un sistema específico.</a:t>
            </a:r>
            <a:endParaRPr lang="es-ES_tradnl"/>
          </a:p>
          <a:p>
            <a:r>
              <a:t>En esencia, todo problema se puede describir por medio de un algoritmo y las características</a:t>
            </a:r>
            <a:r>
              <a:rPr lang="es-ES_tradnl"/>
              <a:t> </a:t>
            </a:r>
            <a:r>
              <a:t>fundamentales que éstos deben cumplir son:</a:t>
            </a:r>
          </a:p>
          <a:p>
            <a:pPr lvl="1"/>
            <a:r>
              <a:t>Debe ser preciso e indicar el orden de realización paso a paso.</a:t>
            </a:r>
          </a:p>
          <a:p>
            <a:pPr lvl="1"/>
            <a:r>
              <a:t>Debe estar definido, si se ejecuta dos o más veces, debe obtener el mismo resultado</a:t>
            </a:r>
            <a:r>
              <a:rPr lang="es-ES_tradnl"/>
              <a:t> </a:t>
            </a:r>
            <a:r>
              <a:t>cada vez.</a:t>
            </a:r>
          </a:p>
          <a:p>
            <a:pPr lvl="1"/>
            <a:r>
              <a:t> Debe ser finito, debe tener un número finito de pasos.</a:t>
            </a:r>
          </a:p>
        </p:txBody>
      </p:sp>
      <p:pic>
        <p:nvPicPr>
          <p:cNvPr id="2" name="Imagen 1"/>
          <p:cNvPicPr>
            <a:picLocks noChangeAspect="1"/>
          </p:cNvPicPr>
          <p:nvPr/>
        </p:nvPicPr>
        <p:blipFill>
          <a:blip r:embed="rId1"/>
          <a:stretch>
            <a:fillRect/>
          </a:stretch>
        </p:blipFill>
        <p:spPr>
          <a:xfrm>
            <a:off x="6804025" y="3836670"/>
            <a:ext cx="4201795" cy="2364105"/>
          </a:xfrm>
          <a:prstGeom prst="rect">
            <a:avLst/>
          </a:prstGeom>
        </p:spPr>
      </p:pic>
      <p:sp>
        <p:nvSpPr>
          <p:cNvPr id="3" name="Marcador de posición de pie de página 2"/>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Algoritmo y Programas</a:t>
            </a:r>
            <a:endParaRPr lang="es-ES_tradnl" altLang="es-ES"/>
          </a:p>
        </p:txBody>
      </p:sp>
      <p:pic>
        <p:nvPicPr>
          <p:cNvPr id="8" name="Imagen 7"/>
          <p:cNvPicPr>
            <a:picLocks noChangeAspect="1"/>
          </p:cNvPicPr>
          <p:nvPr/>
        </p:nvPicPr>
        <p:blipFill>
          <a:blip r:embed="rId1"/>
          <a:srcRect b="12463"/>
          <a:stretch>
            <a:fillRect/>
          </a:stretch>
        </p:blipFill>
        <p:spPr>
          <a:xfrm>
            <a:off x="3161665" y="1177290"/>
            <a:ext cx="5868670" cy="5137785"/>
          </a:xfrm>
          <a:prstGeom prst="rect">
            <a:avLst/>
          </a:prstGeom>
        </p:spPr>
      </p:pic>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Marcador de posición de texto 4"/>
          <p:cNvSpPr>
            <a:spLocks noGrp="1"/>
          </p:cNvSpPr>
          <p:nvPr>
            <p:ph type="body" idx="1"/>
          </p:nvPr>
        </p:nvSpPr>
        <p:spPr/>
        <p:txBody>
          <a:bodyPr/>
          <a:p>
            <a:r>
              <a:rPr lang="es-ES_tradnl" altLang="es-ES"/>
              <a:t>Las Reglas del juego</a:t>
            </a:r>
            <a:endParaRPr lang="es-ES_tradnl" altLang="es-ES"/>
          </a:p>
        </p:txBody>
      </p:sp>
      <p:sp>
        <p:nvSpPr>
          <p:cNvPr id="6" name="Título 5"/>
          <p:cNvSpPr>
            <a:spLocks noGrp="1"/>
          </p:cNvSpPr>
          <p:nvPr>
            <p:ph type="title"/>
          </p:nvPr>
        </p:nvSpPr>
        <p:spPr/>
        <p:txBody>
          <a:bodyPr>
            <a:normAutofit fontScale="90000"/>
          </a:bodyPr>
          <a:p>
            <a:r>
              <a:rPr lang="es-ES_tradnl" altLang="es-ES"/>
              <a:t>Paradigmas de Programación</a:t>
            </a:r>
            <a:endParaRPr lang="es-ES_tradnl" altLang="es-E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Paradigmas de Programación</a:t>
            </a:r>
            <a:endParaRPr lang="es-ES_tradnl" altLang="es-ES"/>
          </a:p>
        </p:txBody>
      </p:sp>
      <p:sp>
        <p:nvSpPr>
          <p:cNvPr id="6" name="Marcador de posición de texto 5"/>
          <p:cNvSpPr>
            <a:spLocks noGrp="1"/>
          </p:cNvSpPr>
          <p:nvPr>
            <p:ph type="body" sz="quarter" idx="13"/>
          </p:nvPr>
        </p:nvSpPr>
        <p:spPr/>
        <p:txBody>
          <a:bodyPr/>
          <a:p>
            <a:r>
              <a:rPr lang="es-ES" altLang="en-US" b="1"/>
              <a:t>Paradigma de programación</a:t>
            </a:r>
            <a:r>
              <a:rPr lang="es-ES" altLang="en-US"/>
              <a:t>: es un modelo básico para e</a:t>
            </a:r>
            <a:r>
              <a:rPr lang="es-ES_tradnl" altLang="es-ES"/>
              <a:t>l</a:t>
            </a:r>
            <a:r>
              <a:rPr lang="es-ES" altLang="en-US"/>
              <a:t> diseño y la implementación deprogramas. </a:t>
            </a:r>
            <a:r>
              <a:rPr lang="es-ES_tradnl" altLang="es-ES"/>
              <a:t>Este modelo determinará como será el proceso de diseño y la estructura final de un programa.</a:t>
            </a:r>
            <a:endParaRPr lang="es-ES_tradnl" altLang="es-ES"/>
          </a:p>
          <a:p>
            <a:r>
              <a:rPr lang="es-ES_tradnl" altLang="es-ES"/>
              <a:t>Son las reglas del juego. Tienes una pelota o balón y una portería, pero no es lo mismo jugar al fútbol que al balomano. Pero en ambos tu objetivo es introducir el balón en la porteria y anotar más que tu rival. Igual pasa con los lenguajes, existen reglas y según las usemos podremos hacer unas cosas u otras. Tipos: </a:t>
            </a:r>
            <a:endParaRPr lang="es-ES_tradnl" altLang="es-ES"/>
          </a:p>
          <a:p>
            <a:pPr lvl="1"/>
            <a:r>
              <a:rPr lang="es-ES_tradnl" altLang="es-ES"/>
              <a:t>Programación Estructurada</a:t>
            </a:r>
            <a:endParaRPr lang="es-ES_tradnl" altLang="es-ES"/>
          </a:p>
          <a:p>
            <a:pPr lvl="1"/>
            <a:r>
              <a:rPr lang="es-ES_tradnl" altLang="es-ES"/>
              <a:t>Programación Modular</a:t>
            </a:r>
            <a:endParaRPr lang="es-ES_tradnl" altLang="es-ES"/>
          </a:p>
          <a:p>
            <a:pPr lvl="1"/>
            <a:r>
              <a:rPr lang="es-ES_tradnl" altLang="es-ES"/>
              <a:t>Programación Declarativa</a:t>
            </a:r>
            <a:endParaRPr lang="es-ES_tradnl" altLang="es-ES"/>
          </a:p>
          <a:p>
            <a:pPr lvl="1"/>
            <a:r>
              <a:rPr lang="es-ES_tradnl" altLang="es-ES"/>
              <a:t>Programación Funcional</a:t>
            </a:r>
            <a:endParaRPr lang="es-ES_tradnl" altLang="es-ES"/>
          </a:p>
          <a:p>
            <a:pPr lvl="1"/>
            <a:r>
              <a:rPr lang="es-ES_tradnl" altLang="es-ES"/>
              <a:t>Programación Lógica</a:t>
            </a:r>
            <a:endParaRPr lang="es-ES_tradnl" altLang="es-ES"/>
          </a:p>
          <a:p>
            <a:pPr lvl="1"/>
            <a:r>
              <a:rPr lang="es-ES_tradnl" altLang="es-ES"/>
              <a:t>Programación Orientada a Objetos</a:t>
            </a:r>
            <a:endParaRPr lang="es-ES_tradnl" altLang="es-ES"/>
          </a:p>
          <a:p>
            <a:pPr lvl="1"/>
            <a:r>
              <a:rPr lang="es-ES_tradnl" altLang="es-ES"/>
              <a:t>Programación Reactiva</a:t>
            </a:r>
            <a:endParaRPr lang="es-ES_tradnl" altLang="es-ES"/>
          </a:p>
        </p:txBody>
      </p:sp>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Paradigmas de Programación</a:t>
            </a:r>
            <a:endParaRPr lang="es-ES_tradnl" altLang="es-ES"/>
          </a:p>
        </p:txBody>
      </p:sp>
      <p:pic>
        <p:nvPicPr>
          <p:cNvPr id="7" name="Imagen 6"/>
          <p:cNvPicPr>
            <a:picLocks noChangeAspect="1"/>
          </p:cNvPicPr>
          <p:nvPr/>
        </p:nvPicPr>
        <p:blipFill>
          <a:blip r:embed="rId1"/>
          <a:srcRect b="12552"/>
          <a:stretch>
            <a:fillRect/>
          </a:stretch>
        </p:blipFill>
        <p:spPr>
          <a:xfrm>
            <a:off x="3082925" y="1122680"/>
            <a:ext cx="5937250" cy="5192395"/>
          </a:xfrm>
          <a:prstGeom prst="rect">
            <a:avLst/>
          </a:prstGeom>
        </p:spPr>
      </p:pic>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Marcador de posición de texto 4"/>
          <p:cNvSpPr>
            <a:spLocks noGrp="1"/>
          </p:cNvSpPr>
          <p:nvPr>
            <p:ph type="body" idx="1"/>
          </p:nvPr>
        </p:nvSpPr>
        <p:spPr/>
        <p:txBody>
          <a:bodyPr/>
          <a:p>
            <a:r>
              <a:rPr lang="es-ES_tradnl" altLang="es-ES"/>
              <a:t>Secuencias que debemos seguir</a:t>
            </a:r>
            <a:endParaRPr lang="es-ES_tradnl" altLang="es-ES"/>
          </a:p>
        </p:txBody>
      </p:sp>
      <p:sp>
        <p:nvSpPr>
          <p:cNvPr id="6" name="Título 5"/>
          <p:cNvSpPr>
            <a:spLocks noGrp="1"/>
          </p:cNvSpPr>
          <p:nvPr>
            <p:ph type="title"/>
          </p:nvPr>
        </p:nvSpPr>
        <p:spPr/>
        <p:txBody>
          <a:bodyPr>
            <a:normAutofit fontScale="90000"/>
          </a:bodyPr>
          <a:p>
            <a:r>
              <a:rPr lang="es-ES_tradnl" altLang="es-ES"/>
              <a:t>Fases de la Programación</a:t>
            </a:r>
            <a:endParaRPr lang="es-ES_tradnl" altLang="es-E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Fases de Programación</a:t>
            </a:r>
            <a:endParaRPr lang="es-ES_tradnl" altLang="es-ES"/>
          </a:p>
        </p:txBody>
      </p:sp>
      <p:sp>
        <p:nvSpPr>
          <p:cNvPr id="6" name="Marcador de posición de texto 5"/>
          <p:cNvSpPr>
            <a:spLocks noGrp="1"/>
          </p:cNvSpPr>
          <p:nvPr>
            <p:ph type="body" sz="quarter" idx="13"/>
          </p:nvPr>
        </p:nvSpPr>
        <p:spPr/>
        <p:txBody>
          <a:bodyPr/>
          <a:p>
            <a:r>
              <a:rPr lang="es-ES_tradnl" altLang="es-ES"/>
              <a:t>El proceso de creación de software puede dividirse en diferentes fases:</a:t>
            </a:r>
            <a:endParaRPr lang="es-ES_tradnl" altLang="es-ES"/>
          </a:p>
          <a:p>
            <a:pPr lvl="1"/>
            <a:r>
              <a:rPr lang="es-ES_tradnl" altLang="es-ES"/>
              <a:t>Fase de resolución del problema: Análisis y Diseño.</a:t>
            </a:r>
            <a:endParaRPr lang="es-ES_tradnl" altLang="es-ES"/>
          </a:p>
          <a:p>
            <a:pPr lvl="1"/>
            <a:r>
              <a:rPr lang="es-ES_tradnl" altLang="es-ES"/>
              <a:t>Fase de implementación: Codificación y Pruebas.</a:t>
            </a:r>
            <a:endParaRPr lang="es-ES_tradnl" altLang="es-ES"/>
          </a:p>
          <a:p>
            <a:pPr lvl="1"/>
            <a:r>
              <a:rPr lang="es-ES_tradnl" altLang="es-ES"/>
              <a:t>Fase de explotación y mantenimiento.</a:t>
            </a:r>
            <a:endParaRPr lang="es-ES_tradnl" altLang="es-ES"/>
          </a:p>
        </p:txBody>
      </p:sp>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Análisis</a:t>
            </a:r>
            <a:endParaRPr lang="es-ES_tradnl" altLang="es-ES"/>
          </a:p>
        </p:txBody>
      </p:sp>
      <p:sp>
        <p:nvSpPr>
          <p:cNvPr id="6" name="Marcador de posición de texto 5"/>
          <p:cNvSpPr>
            <a:spLocks noGrp="1"/>
          </p:cNvSpPr>
          <p:nvPr>
            <p:ph type="body" sz="quarter" idx="13"/>
          </p:nvPr>
        </p:nvSpPr>
        <p:spPr/>
        <p:txBody>
          <a:bodyPr/>
          <a:p>
            <a:r>
              <a:rPr lang="es-ES" altLang="en-US"/>
              <a:t>Por lo general, el análisis indicará la especificación de requisitos que se deben cubrir.</a:t>
            </a:r>
            <a:endParaRPr lang="es-ES" altLang="en-US"/>
          </a:p>
          <a:p>
            <a:r>
              <a:rPr lang="es-ES" altLang="en-US"/>
              <a:t>El análisis inicial ofrecerá una idea general de lo que se solicita, realizando posteriormente</a:t>
            </a:r>
            <a:r>
              <a:rPr lang="es-ES_tradnl" altLang="es-ES"/>
              <a:t> </a:t>
            </a:r>
            <a:r>
              <a:rPr lang="es-ES" altLang="en-US"/>
              <a:t>sucesivos refinamientos que servirán para dar respuesta a las siguientes cuestiones:</a:t>
            </a:r>
            <a:endParaRPr lang="es-ES" altLang="en-US"/>
          </a:p>
          <a:p>
            <a:pPr lvl="1"/>
            <a:r>
              <a:rPr lang="es-ES" altLang="en-US"/>
              <a:t>¿Cuál es la información que ofrecerá la resolución del problema?</a:t>
            </a:r>
            <a:endParaRPr lang="es-ES" altLang="en-US"/>
          </a:p>
          <a:p>
            <a:pPr lvl="1"/>
            <a:r>
              <a:rPr lang="es-ES_tradnl" altLang="es-ES"/>
              <a:t>¿</a:t>
            </a:r>
            <a:r>
              <a:rPr lang="es-ES" altLang="en-US"/>
              <a:t>Qué datos son necesarios para resolver el problema?</a:t>
            </a:r>
            <a:endParaRPr lang="es-ES" altLang="en-US"/>
          </a:p>
          <a:p>
            <a:r>
              <a:rPr lang="es-ES" altLang="en-US"/>
              <a:t>La respuesta a la primera pregunta se identifica con los resultados deseados o las salidas del</a:t>
            </a:r>
            <a:r>
              <a:rPr lang="es-ES_tradnl" altLang="es-ES"/>
              <a:t> </a:t>
            </a:r>
            <a:r>
              <a:rPr lang="es-ES" altLang="en-US"/>
              <a:t>problema. </a:t>
            </a:r>
            <a:endParaRPr lang="es-ES" altLang="en-US"/>
          </a:p>
          <a:p>
            <a:r>
              <a:rPr lang="es-ES" altLang="en-US"/>
              <a:t>La respuesta a la segunda pregunta indicará qué datos se proporcionan o las</a:t>
            </a:r>
            <a:r>
              <a:rPr lang="es-ES_tradnl" altLang="es-ES"/>
              <a:t> </a:t>
            </a:r>
            <a:r>
              <a:rPr lang="es-ES" altLang="en-US"/>
              <a:t>entradas del problema.</a:t>
            </a:r>
            <a:endParaRPr lang="es-ES" altLang="en-US"/>
          </a:p>
          <a:p>
            <a:r>
              <a:rPr lang="es-ES" altLang="en-US"/>
              <a:t>En esta fase debemos aprender a analizar la documentación de la empresa , investigar,</a:t>
            </a:r>
            <a:r>
              <a:rPr lang="es-ES_tradnl" altLang="es-ES"/>
              <a:t> </a:t>
            </a:r>
            <a:r>
              <a:rPr lang="es-ES" altLang="en-US"/>
              <a:t>observar todo lo que rodea el problema y recopilar cualquier información útil.</a:t>
            </a:r>
            <a:endParaRPr lang="es-ES" altLang="en-US"/>
          </a:p>
          <a:p>
            <a:endParaRPr lang="es-ES" altLang="en-US"/>
          </a:p>
        </p:txBody>
      </p:sp>
      <p:pic>
        <p:nvPicPr>
          <p:cNvPr id="7" name="Imagen 6"/>
          <p:cNvPicPr>
            <a:picLocks noChangeAspect="1"/>
          </p:cNvPicPr>
          <p:nvPr/>
        </p:nvPicPr>
        <p:blipFill>
          <a:blip r:embed="rId1"/>
          <a:stretch>
            <a:fillRect/>
          </a:stretch>
        </p:blipFill>
        <p:spPr>
          <a:xfrm>
            <a:off x="7532370" y="4348480"/>
            <a:ext cx="2915920" cy="1943735"/>
          </a:xfrm>
          <a:prstGeom prst="rect">
            <a:avLst/>
          </a:prstGeom>
        </p:spPr>
      </p:pic>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Diseño</a:t>
            </a:r>
            <a:endParaRPr lang="es-ES_tradnl" altLang="es-ES"/>
          </a:p>
        </p:txBody>
      </p:sp>
      <p:sp>
        <p:nvSpPr>
          <p:cNvPr id="6" name="Marcador de posición de texto 5"/>
          <p:cNvSpPr>
            <a:spLocks noGrp="1"/>
          </p:cNvSpPr>
          <p:nvPr>
            <p:ph type="body" sz="quarter" idx="13"/>
          </p:nvPr>
        </p:nvSpPr>
        <p:spPr/>
        <p:txBody>
          <a:bodyPr/>
          <a:p>
            <a:r>
              <a:rPr lang="es-ES" altLang="en-US"/>
              <a:t>Consiste en plantear la aplicación como una única operación global, e ir descomponiéndola</a:t>
            </a:r>
            <a:r>
              <a:rPr lang="es-ES_tradnl" altLang="es-ES"/>
              <a:t> </a:t>
            </a:r>
            <a:r>
              <a:rPr lang="es-ES" altLang="en-US"/>
              <a:t>en operaciones más sencillas, detalladas y específicas. </a:t>
            </a:r>
            <a:r>
              <a:rPr lang="es-ES_tradnl" altLang="es-ES"/>
              <a:t>Consiste en crear los “planos” de nuestra apliación, detallar los algoritmos y los pasos necesarios para que partiendo de las entradas indicadas obtengamos las salidas deseadas procesando la información.</a:t>
            </a:r>
            <a:endParaRPr lang="es-ES_tradnl" altLang="es-ES"/>
          </a:p>
          <a:p>
            <a:endParaRPr lang="es-ES_tradnl" altLang="es-ES"/>
          </a:p>
        </p:txBody>
      </p:sp>
      <p:pic>
        <p:nvPicPr>
          <p:cNvPr id="7" name="Imagen 6"/>
          <p:cNvPicPr>
            <a:picLocks noChangeAspect="1"/>
          </p:cNvPicPr>
          <p:nvPr/>
        </p:nvPicPr>
        <p:blipFill>
          <a:blip r:embed="rId1"/>
          <a:stretch>
            <a:fillRect/>
          </a:stretch>
        </p:blipFill>
        <p:spPr>
          <a:xfrm>
            <a:off x="8065135" y="3075305"/>
            <a:ext cx="3062605" cy="3112770"/>
          </a:xfrm>
          <a:prstGeom prst="rect">
            <a:avLst/>
          </a:prstGeom>
        </p:spPr>
      </p:pic>
      <p:pic>
        <p:nvPicPr>
          <p:cNvPr id="8" name="Imagen 7"/>
          <p:cNvPicPr>
            <a:picLocks noChangeAspect="1"/>
          </p:cNvPicPr>
          <p:nvPr/>
        </p:nvPicPr>
        <p:blipFill>
          <a:blip r:embed="rId2"/>
          <a:stretch>
            <a:fillRect/>
          </a:stretch>
        </p:blipFill>
        <p:spPr>
          <a:xfrm>
            <a:off x="984250" y="3075305"/>
            <a:ext cx="6443980" cy="3048000"/>
          </a:xfrm>
          <a:prstGeom prst="rect">
            <a:avLst/>
          </a:prstGeom>
        </p:spPr>
      </p:pic>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Codificación</a:t>
            </a:r>
            <a:endParaRPr lang="es-ES_tradnl" altLang="es-ES"/>
          </a:p>
        </p:txBody>
      </p:sp>
      <p:sp>
        <p:nvSpPr>
          <p:cNvPr id="6" name="Marcador de posición de texto 5"/>
          <p:cNvSpPr>
            <a:spLocks noGrp="1"/>
          </p:cNvSpPr>
          <p:nvPr>
            <p:ph type="body" sz="quarter" idx="13"/>
          </p:nvPr>
        </p:nvSpPr>
        <p:spPr/>
        <p:txBody>
          <a:bodyPr/>
          <a:p>
            <a:r>
              <a:rPr lang="es-ES" altLang="en-US"/>
              <a:t>Esta etapa consiste en transformar o traducir los resultados obtenidos a un determinado</a:t>
            </a:r>
            <a:r>
              <a:rPr lang="es-ES_tradnl" altLang="es-ES"/>
              <a:t> </a:t>
            </a:r>
            <a:r>
              <a:rPr lang="es-ES" altLang="en-US"/>
              <a:t>lenguaje de programación</a:t>
            </a:r>
            <a:r>
              <a:rPr lang="es-ES_tradnl" altLang="es-ES"/>
              <a:t>.</a:t>
            </a:r>
            <a:endParaRPr lang="es-ES_tradnl" altLang="es-ES"/>
          </a:p>
        </p:txBody>
      </p:sp>
      <p:pic>
        <p:nvPicPr>
          <p:cNvPr id="8" name="Imagen 7"/>
          <p:cNvPicPr>
            <a:picLocks noChangeAspect="1"/>
          </p:cNvPicPr>
          <p:nvPr/>
        </p:nvPicPr>
        <p:blipFill>
          <a:blip r:embed="rId1"/>
          <a:stretch>
            <a:fillRect/>
          </a:stretch>
        </p:blipFill>
        <p:spPr>
          <a:xfrm>
            <a:off x="3306445" y="2383790"/>
            <a:ext cx="5490210" cy="3662045"/>
          </a:xfrm>
          <a:prstGeom prst="rect">
            <a:avLst/>
          </a:prstGeom>
        </p:spPr>
      </p:pic>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Pruebas</a:t>
            </a:r>
            <a:endParaRPr lang="es-ES_tradnl" altLang="es-ES"/>
          </a:p>
        </p:txBody>
      </p:sp>
      <p:sp>
        <p:nvSpPr>
          <p:cNvPr id="6" name="Marcador de posición de texto 5"/>
          <p:cNvSpPr>
            <a:spLocks noGrp="1"/>
          </p:cNvSpPr>
          <p:nvPr>
            <p:ph type="body" sz="quarter" idx="13"/>
          </p:nvPr>
        </p:nvSpPr>
        <p:spPr/>
        <p:txBody>
          <a:bodyPr/>
          <a:p>
            <a:r>
              <a:rPr lang="es-ES" altLang="en-US"/>
              <a:t>Para esta etapa es necesario implantar la aplicación en el sistema donde va a funcionar, debe</a:t>
            </a:r>
            <a:r>
              <a:rPr lang="es-ES_tradnl" altLang="es-ES"/>
              <a:t> </a:t>
            </a:r>
            <a:r>
              <a:rPr lang="es-ES" altLang="en-US"/>
              <a:t>ponerse en marcha y comprobar si su funcionamiento es correcto. Utilizando diferentes</a:t>
            </a:r>
            <a:r>
              <a:rPr lang="es-ES_tradnl" altLang="es-ES"/>
              <a:t> </a:t>
            </a:r>
            <a:r>
              <a:rPr lang="es-ES" altLang="en-US"/>
              <a:t>datos de prueba se verá si el programa responde a los requerimientos especificados, si se</a:t>
            </a:r>
            <a:r>
              <a:rPr lang="es-ES_tradnl" altLang="es-ES"/>
              <a:t> </a:t>
            </a:r>
            <a:r>
              <a:rPr lang="es-ES" altLang="en-US"/>
              <a:t>detectan nuevos errores, si éstos son bien gestionados y si la interfaz es amigable. Se trata de</a:t>
            </a:r>
            <a:r>
              <a:rPr lang="es-ES_tradnl" altLang="es-ES"/>
              <a:t> </a:t>
            </a:r>
            <a:r>
              <a:rPr lang="es-ES" altLang="en-US"/>
              <a:t>poner a prueba nuestro programa para ver su respuesta en situaciones difíciles.</a:t>
            </a:r>
            <a:endParaRPr lang="es-ES" altLang="en-US"/>
          </a:p>
        </p:txBody>
      </p:sp>
      <p:pic>
        <p:nvPicPr>
          <p:cNvPr id="8" name="Imagen 7"/>
          <p:cNvPicPr>
            <a:picLocks noChangeAspect="1"/>
          </p:cNvPicPr>
          <p:nvPr/>
        </p:nvPicPr>
        <p:blipFill>
          <a:blip r:embed="rId1"/>
          <a:stretch>
            <a:fillRect/>
          </a:stretch>
        </p:blipFill>
        <p:spPr>
          <a:xfrm>
            <a:off x="3001010" y="2959735"/>
            <a:ext cx="6100445" cy="3263265"/>
          </a:xfrm>
          <a:prstGeom prst="rect">
            <a:avLst/>
          </a:prstGeom>
        </p:spPr>
      </p:pic>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Explotación y Mantenimiento</a:t>
            </a:r>
            <a:endParaRPr lang="es-ES_tradnl" altLang="es-ES"/>
          </a:p>
        </p:txBody>
      </p:sp>
      <p:sp>
        <p:nvSpPr>
          <p:cNvPr id="6" name="Marcador de posición de texto 5"/>
          <p:cNvSpPr>
            <a:spLocks noGrp="1"/>
          </p:cNvSpPr>
          <p:nvPr>
            <p:ph type="body" sz="quarter" idx="13"/>
          </p:nvPr>
        </p:nvSpPr>
        <p:spPr/>
        <p:txBody>
          <a:bodyPr/>
          <a:p>
            <a:r>
              <a:rPr lang="es-ES" altLang="en-US"/>
              <a:t>Cuando el programa ya está instalado en el sistema y está siendo de utilidad para los usuarios,</a:t>
            </a:r>
            <a:r>
              <a:rPr lang="es-ES_tradnl" altLang="es-ES"/>
              <a:t> </a:t>
            </a:r>
            <a:r>
              <a:rPr lang="es-ES" altLang="en-US"/>
              <a:t>decimos que se encuentra en fase de explotación.</a:t>
            </a:r>
            <a:endParaRPr lang="es-ES" altLang="en-US"/>
          </a:p>
          <a:p>
            <a:r>
              <a:rPr lang="es-ES" altLang="en-US"/>
              <a:t>Periódicamente será necesario realizar evaluaciones y, si es necesario, llevar a cabo modificaciones</a:t>
            </a:r>
            <a:r>
              <a:rPr lang="es-ES_tradnl" altLang="es-ES"/>
              <a:t> </a:t>
            </a:r>
            <a:r>
              <a:rPr lang="es-ES" altLang="en-US"/>
              <a:t>para que el programa se adapte o actualice a nuevas necesidades, pudiendo también corregirse</a:t>
            </a:r>
            <a:r>
              <a:rPr lang="es-ES_tradnl" altLang="es-ES"/>
              <a:t> </a:t>
            </a:r>
            <a:r>
              <a:rPr lang="es-ES" altLang="en-US"/>
              <a:t>errores no detectados anteriormente. Este proceso recibe el nombre de mantenimiento del</a:t>
            </a:r>
            <a:r>
              <a:rPr lang="es-ES_tradnl" altLang="es-ES"/>
              <a:t> </a:t>
            </a:r>
            <a:r>
              <a:rPr lang="es-ES" altLang="en-US"/>
              <a:t>software.</a:t>
            </a:r>
            <a:endParaRPr lang="es-ES" altLang="en-US"/>
          </a:p>
          <a:p>
            <a:r>
              <a:rPr lang="es-ES" altLang="en-US" b="1"/>
              <a:t>Mantenimiento del software</a:t>
            </a:r>
            <a:r>
              <a:rPr lang="es-ES" altLang="en-US"/>
              <a:t>: es el proceso de mejora y optimización del software después</a:t>
            </a:r>
            <a:r>
              <a:rPr lang="es-ES_tradnl" altLang="es-ES"/>
              <a:t> </a:t>
            </a:r>
            <a:r>
              <a:rPr lang="es-ES" altLang="en-US"/>
              <a:t>de su entrega al usuario final. Involucra cambios al software en orden de corregir defectos y</a:t>
            </a:r>
            <a:r>
              <a:rPr lang="es-ES_tradnl" altLang="es-ES"/>
              <a:t> </a:t>
            </a:r>
            <a:r>
              <a:rPr lang="es-ES" altLang="en-US"/>
              <a:t>dependencias encontradas durante su uso, así como la adición de nuevas funcionalidades</a:t>
            </a:r>
            <a:r>
              <a:rPr lang="es-ES_tradnl" altLang="es-ES"/>
              <a:t> </a:t>
            </a:r>
            <a:r>
              <a:rPr lang="es-ES" altLang="en-US"/>
              <a:t>para mejorar la usabilidad y aplicabilidad del software.</a:t>
            </a:r>
            <a:endParaRPr lang="es-ES" altLang="en-US"/>
          </a:p>
        </p:txBody>
      </p:sp>
      <p:pic>
        <p:nvPicPr>
          <p:cNvPr id="7" name="Imagen 6"/>
          <p:cNvPicPr>
            <a:picLocks noChangeAspect="1"/>
          </p:cNvPicPr>
          <p:nvPr/>
        </p:nvPicPr>
        <p:blipFill>
          <a:blip r:embed="rId1"/>
          <a:stretch>
            <a:fillRect/>
          </a:stretch>
        </p:blipFill>
        <p:spPr>
          <a:xfrm>
            <a:off x="4147185" y="4100195"/>
            <a:ext cx="3897630" cy="2192020"/>
          </a:xfrm>
          <a:prstGeom prst="rect">
            <a:avLst/>
          </a:prstGeom>
        </p:spPr>
      </p:pic>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Marcador de posición de texto 1"/>
          <p:cNvSpPr>
            <a:spLocks noGrp="1"/>
          </p:cNvSpPr>
          <p:nvPr>
            <p:ph type="body" idx="1"/>
          </p:nvPr>
        </p:nvSpPr>
        <p:spPr/>
        <p:txBody>
          <a:bodyPr/>
          <a:p>
            <a:r>
              <a:rPr lang="es-ES_tradnl" altLang="es-ES"/>
              <a:t>Cómo clasificarlos</a:t>
            </a:r>
            <a:endParaRPr lang="es-ES_tradnl" altLang="es-ES"/>
          </a:p>
        </p:txBody>
      </p:sp>
      <p:sp>
        <p:nvSpPr>
          <p:cNvPr id="3" name="Título 2"/>
          <p:cNvSpPr>
            <a:spLocks noGrp="1"/>
          </p:cNvSpPr>
          <p:nvPr>
            <p:ph type="title"/>
          </p:nvPr>
        </p:nvSpPr>
        <p:spPr/>
        <p:txBody>
          <a:bodyPr>
            <a:normAutofit fontScale="90000"/>
          </a:bodyPr>
          <a:p>
            <a:r>
              <a:rPr lang="es-ES_tradnl" altLang="es-ES"/>
              <a:t>Tipos de Lenguajes</a:t>
            </a:r>
            <a:endParaRPr lang="es-ES_tradnl" altLang="es-E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Conceptos a tener en cuenta</a:t>
            </a:r>
            <a:endParaRPr lang="es-ES_tradnl" altLang="es-ES"/>
          </a:p>
        </p:txBody>
      </p:sp>
      <p:sp>
        <p:nvSpPr>
          <p:cNvPr id="6" name="Marcador de posición de texto 5"/>
          <p:cNvSpPr>
            <a:spLocks noGrp="1"/>
          </p:cNvSpPr>
          <p:nvPr>
            <p:ph type="body" sz="quarter" idx="13"/>
          </p:nvPr>
        </p:nvSpPr>
        <p:spPr/>
        <p:txBody>
          <a:bodyPr/>
          <a:p>
            <a:r>
              <a:rPr lang="es-ES" altLang="en-US" b="1"/>
              <a:t>Lenguaje de programación</a:t>
            </a:r>
            <a:r>
              <a:rPr lang="es-ES" altLang="en-US"/>
              <a:t>: Conjunto de reglas sintácticas y semánticas, símbolos y</a:t>
            </a:r>
            <a:r>
              <a:rPr lang="es-ES_tradnl" altLang="es-ES"/>
              <a:t> </a:t>
            </a:r>
            <a:r>
              <a:rPr lang="es-ES" altLang="en-US"/>
              <a:t>palabras especiales establecidas para la construcción de programas. Es un lenguaje</a:t>
            </a:r>
            <a:r>
              <a:rPr lang="es-ES_tradnl" altLang="es-ES"/>
              <a:t> </a:t>
            </a:r>
            <a:r>
              <a:rPr lang="es-ES" altLang="en-US"/>
              <a:t>artificial, una construcción mental del ser humano para expresar programas.</a:t>
            </a:r>
            <a:endParaRPr lang="es-ES" altLang="en-US"/>
          </a:p>
          <a:p>
            <a:r>
              <a:rPr lang="es-ES" altLang="en-US" b="1"/>
              <a:t>Gramática del lenguaje</a:t>
            </a:r>
            <a:r>
              <a:rPr lang="es-ES" altLang="en-US"/>
              <a:t>: Reglas aplicables al conjunto de símbolos y palabras especiales del</a:t>
            </a:r>
            <a:r>
              <a:rPr lang="es-ES_tradnl" altLang="es-ES"/>
              <a:t> </a:t>
            </a:r>
            <a:r>
              <a:rPr lang="es-ES" altLang="en-US"/>
              <a:t>lenguaje de programación para la construcción de sentencias correctas.</a:t>
            </a:r>
            <a:endParaRPr lang="es-ES" altLang="en-US"/>
          </a:p>
          <a:p>
            <a:r>
              <a:rPr lang="es-ES" altLang="en-US" b="1"/>
              <a:t>Léxico</a:t>
            </a:r>
            <a:r>
              <a:rPr lang="es-ES" altLang="en-US"/>
              <a:t>: Es el conjunto finito de símbolos y palabras especiales, es el vocabulario del</a:t>
            </a:r>
            <a:r>
              <a:rPr lang="es-ES_tradnl" altLang="es-ES"/>
              <a:t> </a:t>
            </a:r>
            <a:r>
              <a:rPr lang="es-ES" altLang="en-US"/>
              <a:t>lenguaje.</a:t>
            </a:r>
            <a:endParaRPr lang="es-ES" altLang="en-US"/>
          </a:p>
          <a:p>
            <a:r>
              <a:rPr lang="es-ES" altLang="en-US" b="1"/>
              <a:t>Sintaxis</a:t>
            </a:r>
            <a:r>
              <a:rPr lang="es-ES" altLang="en-US"/>
              <a:t>: Son las posibles combinaciones de los símbolos y palabras especiales. Está</a:t>
            </a:r>
            <a:r>
              <a:rPr lang="es-ES_tradnl" altLang="es-ES"/>
              <a:t> </a:t>
            </a:r>
            <a:r>
              <a:rPr lang="es-ES" altLang="en-US"/>
              <a:t>relacionada con la forma de los programas.</a:t>
            </a:r>
            <a:endParaRPr lang="es-ES" altLang="en-US"/>
          </a:p>
          <a:p>
            <a:r>
              <a:rPr lang="es-ES" altLang="en-US" b="1"/>
              <a:t>Semántica</a:t>
            </a:r>
            <a:r>
              <a:rPr lang="es-ES" altLang="en-US"/>
              <a:t>: Es el significado de cada construcción del lenguaje, la acción que se llevará a</a:t>
            </a:r>
            <a:r>
              <a:rPr lang="es-ES_tradnl" altLang="es-ES"/>
              <a:t> </a:t>
            </a:r>
            <a:r>
              <a:rPr lang="es-ES" altLang="en-US"/>
              <a:t>cabo.</a:t>
            </a:r>
            <a:endParaRPr lang="es-ES" altLang="en-US"/>
          </a:p>
        </p:txBody>
      </p:sp>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 altLang="en-US"/>
              <a:t>Clasificación según su cercanía al programador</a:t>
            </a:r>
            <a:endParaRPr lang="es-ES" altLang="en-US"/>
          </a:p>
        </p:txBody>
      </p:sp>
      <p:pic>
        <p:nvPicPr>
          <p:cNvPr id="2" name="Imagen -2147482620" descr="niveles"/>
          <p:cNvPicPr>
            <a:picLocks noChangeAspect="1"/>
          </p:cNvPicPr>
          <p:nvPr/>
        </p:nvPicPr>
        <p:blipFill>
          <a:blip r:embed="rId1"/>
          <a:stretch>
            <a:fillRect/>
          </a:stretch>
        </p:blipFill>
        <p:spPr>
          <a:xfrm>
            <a:off x="1609725" y="1885315"/>
            <a:ext cx="3462020" cy="2119630"/>
          </a:xfrm>
          <a:prstGeom prst="rect">
            <a:avLst/>
          </a:prstGeom>
          <a:noFill/>
          <a:ln w="9525">
            <a:noFill/>
          </a:ln>
        </p:spPr>
      </p:pic>
      <p:sp>
        <p:nvSpPr>
          <p:cNvPr id="4" name="Marcador de posición de pie de página 3"/>
          <p:cNvSpPr>
            <a:spLocks noGrp="1"/>
          </p:cNvSpPr>
          <p:nvPr>
            <p:ph type="ftr" sz="quarter" idx="3"/>
          </p:nvPr>
        </p:nvSpPr>
        <p:spPr/>
        <p:txBody>
          <a:bodyPr/>
          <a:p>
            <a:r>
              <a:rPr lang="es-ES" dirty="0"/>
              <a:t>1DAM. Prgramación. 01 Introducción a la Programación de Software</a:t>
            </a:r>
            <a:endParaRPr lang="es-ES" dirty="0"/>
          </a:p>
        </p:txBody>
      </p:sp>
      <p:pic>
        <p:nvPicPr>
          <p:cNvPr id="6" name="Imagen 5"/>
          <p:cNvPicPr>
            <a:picLocks noChangeAspect="1"/>
          </p:cNvPicPr>
          <p:nvPr/>
        </p:nvPicPr>
        <p:blipFill>
          <a:blip r:embed="rId2"/>
          <a:stretch>
            <a:fillRect/>
          </a:stretch>
        </p:blipFill>
        <p:spPr>
          <a:xfrm>
            <a:off x="1609725" y="4079875"/>
            <a:ext cx="3462655" cy="1971675"/>
          </a:xfrm>
          <a:prstGeom prst="rect">
            <a:avLst/>
          </a:prstGeom>
        </p:spPr>
      </p:pic>
      <p:pic>
        <p:nvPicPr>
          <p:cNvPr id="9" name="Imagen 8" descr="3f58b5a2-7490-4492-a609-7ba07c89ea0b"/>
          <p:cNvPicPr>
            <a:picLocks noChangeAspect="1"/>
          </p:cNvPicPr>
          <p:nvPr/>
        </p:nvPicPr>
        <p:blipFill>
          <a:blip r:embed="rId3"/>
          <a:srcRect b="12578"/>
          <a:stretch>
            <a:fillRect/>
          </a:stretch>
        </p:blipFill>
        <p:spPr>
          <a:xfrm>
            <a:off x="5487670" y="1885315"/>
            <a:ext cx="4892040" cy="42767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 altLang="en-US"/>
              <a:t>Clasificación según su cercanía al programador</a:t>
            </a:r>
            <a:endParaRPr lang="es-ES" altLang="en-US"/>
          </a:p>
        </p:txBody>
      </p:sp>
      <p:sp>
        <p:nvSpPr>
          <p:cNvPr id="6" name="Marcador de posición de texto 5"/>
          <p:cNvSpPr>
            <a:spLocks noGrp="1"/>
          </p:cNvSpPr>
          <p:nvPr>
            <p:ph type="body" sz="quarter" idx="13"/>
          </p:nvPr>
        </p:nvSpPr>
        <p:spPr>
          <a:xfrm>
            <a:off x="444500" y="1625600"/>
            <a:ext cx="11061700" cy="4666615"/>
          </a:xfrm>
        </p:spPr>
        <p:txBody>
          <a:bodyPr/>
          <a:p>
            <a:r>
              <a:rPr lang="es-ES_tradnl" altLang="es-ES" b="1"/>
              <a:t>Lenguajes de Bajo Nivel: </a:t>
            </a:r>
            <a:r>
              <a:rPr lang="es-ES_tradnl" altLang="es-ES"/>
              <a:t>son lenguajes totalmente dependientes de la máquina, es decir que el programa que se realiza con este tipo de lenguajes no se pueden migrar o utilizar en otras maquinas. </a:t>
            </a:r>
            <a:endParaRPr lang="es-ES_tradnl" altLang="es-ES"/>
          </a:p>
          <a:p>
            <a:pPr lvl="1"/>
            <a:r>
              <a:rPr lang="es-ES_tradnl" altLang="es-ES"/>
              <a:t>Al estar prácticamente diseñados a medida del hardware, aprovechan al máximo las características del mismo. </a:t>
            </a:r>
            <a:endParaRPr lang="es-ES_tradnl" altLang="es-ES"/>
          </a:p>
          <a:p>
            <a:pPr lvl="1"/>
            <a:r>
              <a:rPr lang="es-ES_tradnl" altLang="es-ES"/>
              <a:t>Dentro de este grupo se encuentran:</a:t>
            </a:r>
            <a:endParaRPr lang="es-ES_tradnl" altLang="es-ES"/>
          </a:p>
          <a:p>
            <a:pPr lvl="2"/>
            <a:r>
              <a:rPr lang="es-ES_tradnl" altLang="es-ES" b="1"/>
              <a:t>El lenguaje maquina</a:t>
            </a:r>
            <a:r>
              <a:rPr lang="es-ES_tradnl" altLang="es-ES"/>
              <a:t>: este lenguaje ordena a la máquina las operaciones fundamentales para su funcionamiento. Consiste en la combinación de 0's y 1's para formar las ordenes entendibles por el hardware de la maquina. Este lenguaje es mucho más rápido que los lenguajes de alto nivel. La desventaja es que son bastantes difíciles de manejar y usar, además de tener códigos fuente enormes donde encontrar un fallo es casi imposible. </a:t>
            </a:r>
            <a:endParaRPr lang="es-ES_tradnl" altLang="es-ES"/>
          </a:p>
          <a:p>
            <a:pPr lvl="2"/>
            <a:r>
              <a:rPr lang="es-ES_tradnl" altLang="es-ES" b="1"/>
              <a:t>El lenguaje ensamblador</a:t>
            </a:r>
            <a:r>
              <a:rPr lang="es-ES_tradnl" altLang="es-ES"/>
              <a:t>: es un derivado del lenguaje maquina y está formado por abreviaturas de letras y números llamadas mnemotécnicos. Con la aparición de este lenguaje se crearon los programas traductores para poder pasar los programas escritos en lenguaje ensamblador a lenguaje máquina. Como ventaja con respecto al código máquina es que los códigos fuentes eran más cortos y los programas creados ocupaban menos memoria. Las desventajas de este lenguaje siguen siendo prácticamente las mismas que las del lenguaje ensamblador, añadiendo la dificultad de tener que aprender un nuevo lenguaje difícil de probar y mantener. </a:t>
            </a:r>
            <a:endParaRPr lang="es-ES_tradnl" altLang="es-ES"/>
          </a:p>
        </p:txBody>
      </p:sp>
      <p:sp>
        <p:nvSpPr>
          <p:cNvPr id="3" name="Marcador de posición de pie de página 2"/>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 altLang="en-US"/>
              <a:t>Clasificación según su cercanía al programador</a:t>
            </a:r>
            <a:endParaRPr lang="es-ES" altLang="en-US"/>
          </a:p>
        </p:txBody>
      </p:sp>
      <p:sp>
        <p:nvSpPr>
          <p:cNvPr id="6" name="Marcador de posición de texto 5"/>
          <p:cNvSpPr>
            <a:spLocks noGrp="1"/>
          </p:cNvSpPr>
          <p:nvPr>
            <p:ph type="body" sz="quarter" idx="13"/>
          </p:nvPr>
        </p:nvSpPr>
        <p:spPr/>
        <p:txBody>
          <a:bodyPr/>
          <a:p>
            <a:r>
              <a:rPr lang="es-ES_tradnl" altLang="es-ES" b="1"/>
              <a:t>Lenguajes de alto nivel</a:t>
            </a:r>
            <a:r>
              <a:rPr lang="es-ES_tradnl" altLang="es-ES"/>
              <a:t>: son aquellos que se encuentran más cercanos al lenguaje natural que al lenguaje máquina. Se tratan de lenguajes independientes de la arquitectura del ordenador. Por lo que, en principio, un programa escrito en un lenguaje de alto nivel, lo puedes migrar de una máquina a otra sin ningún tipo de problema. </a:t>
            </a:r>
            <a:endParaRPr lang="es-ES_tradnl" altLang="es-ES"/>
          </a:p>
          <a:p>
            <a:pPr lvl="1"/>
            <a:r>
              <a:rPr lang="es-ES_tradnl" altLang="es-ES"/>
              <a:t>Estos lenguajes permiten al programador olvidarse por completo del funcionamiento interno de la maquina/s para la que están diseñando el programa. Tan solo necesitan un traductor que entiendan el código fuente como las características de la maquina. </a:t>
            </a:r>
            <a:endParaRPr lang="es-ES_tradnl" altLang="es-ES"/>
          </a:p>
          <a:p>
            <a:pPr lvl="1"/>
            <a:r>
              <a:rPr lang="es-ES_tradnl" altLang="es-ES"/>
              <a:t>Suelen usar tipos de datos para la programación y hay lenguajes de propósito general (C#, Java, Visual Basic, etc.) y de propósito especifico (como FORTRAN para trabajos científicos, COBOL para programación financiera y LISP/PROLOG para inteligencia artificial). </a:t>
            </a:r>
            <a:endParaRPr lang="es-ES_tradnl" altLang="es-ES"/>
          </a:p>
          <a:p>
            <a:r>
              <a:rPr lang="es-ES_tradnl" altLang="es-ES" b="1"/>
              <a:t>Lenguajes de Medio nivel</a:t>
            </a:r>
            <a:r>
              <a:rPr lang="es-ES_tradnl" altLang="es-ES"/>
              <a:t>: se trata de un término no aceptado por todos pero sí pueden catalogarse así. Estos lenguajes se encuentran en un punto medio entre los dos anteriores. Dentro de estos lenguajes podría situarse C ya que puede acceder a los registros del sistema, trabajar con direcciones de memoria, todas ellas características de lenguajes de bajo nivel y a la vez realizar operaciones de alto nivel. </a:t>
            </a:r>
            <a:endParaRPr lang="es-ES_tradnl" altLang="es-ES"/>
          </a:p>
        </p:txBody>
      </p:sp>
      <p:sp>
        <p:nvSpPr>
          <p:cNvPr id="3" name="Marcador de posición de pie de página 2"/>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Generaciones</a:t>
            </a:r>
            <a:endParaRPr lang="es-ES_tradnl" altLang="es-ES"/>
          </a:p>
        </p:txBody>
      </p:sp>
      <p:sp>
        <p:nvSpPr>
          <p:cNvPr id="6" name="Marcador de posición de texto 5"/>
          <p:cNvSpPr>
            <a:spLocks noGrp="1"/>
          </p:cNvSpPr>
          <p:nvPr>
            <p:ph type="body" sz="quarter" idx="13"/>
          </p:nvPr>
        </p:nvSpPr>
        <p:spPr/>
        <p:txBody>
          <a:bodyPr/>
          <a:p>
            <a:r>
              <a:rPr lang="es-ES_tradnl" altLang="es-ES"/>
              <a:t>La evolución de los lenguajes de programación se puede dividir en 5 etapas o generaciones. </a:t>
            </a:r>
            <a:endParaRPr lang="es-ES_tradnl" altLang="es-ES"/>
          </a:p>
          <a:p>
            <a:pPr lvl="1"/>
            <a:r>
              <a:rPr lang="es-ES_tradnl" altLang="es-ES" b="1"/>
              <a:t>Primera generación</a:t>
            </a:r>
            <a:r>
              <a:rPr lang="es-ES_tradnl" altLang="es-ES"/>
              <a:t>: lenguaje maquina. </a:t>
            </a:r>
            <a:endParaRPr lang="es-ES_tradnl" altLang="es-ES"/>
          </a:p>
          <a:p>
            <a:pPr lvl="1"/>
            <a:r>
              <a:rPr lang="es-ES_tradnl" altLang="es-ES" b="1"/>
              <a:t>Segunda generación</a:t>
            </a:r>
            <a:r>
              <a:rPr lang="es-ES_tradnl" altLang="es-ES"/>
              <a:t>: se crearon los primeros lenguajes ensambladores. </a:t>
            </a:r>
            <a:endParaRPr lang="es-ES_tradnl" altLang="es-ES"/>
          </a:p>
          <a:p>
            <a:pPr lvl="1"/>
            <a:r>
              <a:rPr lang="es-ES_tradnl" altLang="es-ES" b="1"/>
              <a:t>Tercera generación</a:t>
            </a:r>
            <a:r>
              <a:rPr lang="es-ES_tradnl" altLang="es-ES"/>
              <a:t>: se crean los primeros lenguajes de alto nivel. Ej. C, Pascal, Cobol… </a:t>
            </a:r>
            <a:endParaRPr lang="es-ES_tradnl" altLang="es-ES"/>
          </a:p>
          <a:p>
            <a:pPr lvl="1"/>
            <a:r>
              <a:rPr lang="es-ES_tradnl" altLang="es-ES" b="1"/>
              <a:t>Cuarta generación</a:t>
            </a:r>
            <a:r>
              <a:rPr lang="es-ES_tradnl" altLang="es-ES"/>
              <a:t>. Son los lenguajes capaces de generar código por si solos, son los llamados RAD, con lo cuales se pueden realizar aplicaciones sin ser un experto en el lenguaje. Aquí también se encuentran los lenguajes orientados a objetos, haciendo posible la reutilización de partes del código para otros programas. Ej. Visual Studio, IntelliJ… </a:t>
            </a:r>
            <a:endParaRPr lang="es-ES_tradnl" altLang="es-ES"/>
          </a:p>
          <a:p>
            <a:pPr lvl="2"/>
            <a:r>
              <a:rPr lang="es-ES_tradnl" altLang="es-ES"/>
              <a:t>Estos lenguajes tienen una estructura lo más parecido al idioma inglés, algunas características son:</a:t>
            </a:r>
            <a:endParaRPr lang="es-ES_tradnl" altLang="es-ES"/>
          </a:p>
          <a:p>
            <a:pPr lvl="3"/>
            <a:r>
              <a:rPr lang="es-ES_tradnl" altLang="es-ES"/>
              <a:t> Acceso a base de datos.</a:t>
            </a:r>
            <a:endParaRPr lang="es-ES_tradnl" altLang="es-ES"/>
          </a:p>
          <a:p>
            <a:pPr lvl="3"/>
            <a:r>
              <a:rPr lang="es-ES_tradnl" altLang="es-ES"/>
              <a:t>Capacidades Gráficas.</a:t>
            </a:r>
            <a:endParaRPr lang="es-ES_tradnl" altLang="es-ES"/>
          </a:p>
          <a:p>
            <a:pPr lvl="3"/>
            <a:r>
              <a:rPr lang="es-ES_tradnl" altLang="es-ES"/>
              <a:t>Generación de código automáticamente.</a:t>
            </a:r>
            <a:endParaRPr lang="es-ES_tradnl" altLang="es-ES"/>
          </a:p>
          <a:p>
            <a:pPr lvl="1"/>
            <a:r>
              <a:rPr lang="es-ES_tradnl" altLang="es-ES" b="1"/>
              <a:t>Quinta generación</a:t>
            </a:r>
            <a:r>
              <a:rPr lang="es-ES_tradnl" altLang="es-ES"/>
              <a:t>: aquí se encuentran los lenguajes orientados a la inteligencia artificial. Ej. LISP </a:t>
            </a:r>
            <a:endParaRPr lang="es-ES_tradnl" altLang="es-ES"/>
          </a:p>
        </p:txBody>
      </p:sp>
      <p:sp>
        <p:nvSpPr>
          <p:cNvPr id="3" name="Marcador de posición de pie de página 2"/>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Marcador de posición de texto 1"/>
          <p:cNvSpPr>
            <a:spLocks noGrp="1"/>
          </p:cNvSpPr>
          <p:nvPr>
            <p:ph type="body" idx="1"/>
          </p:nvPr>
        </p:nvSpPr>
        <p:spPr/>
        <p:txBody>
          <a:bodyPr/>
          <a:p>
            <a:r>
              <a:rPr lang="es-ES_tradnl" altLang="es-ES"/>
              <a:t>¿Cómo se traduce un código?</a:t>
            </a:r>
            <a:endParaRPr lang="es-ES_tradnl" altLang="es-ES"/>
          </a:p>
        </p:txBody>
      </p:sp>
      <p:sp>
        <p:nvSpPr>
          <p:cNvPr id="3" name="Título 2"/>
          <p:cNvSpPr>
            <a:spLocks noGrp="1"/>
          </p:cNvSpPr>
          <p:nvPr>
            <p:ph type="title"/>
          </p:nvPr>
        </p:nvSpPr>
        <p:spPr/>
        <p:txBody>
          <a:bodyPr>
            <a:normAutofit fontScale="90000"/>
          </a:bodyPr>
          <a:p>
            <a:r>
              <a:rPr lang="es-ES_tradnl" altLang="es-ES"/>
              <a:t>Compiladores e Intérpretes</a:t>
            </a:r>
            <a:endParaRPr lang="es-ES_tradnl" altLang="es-E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Proceso de Traducción</a:t>
            </a:r>
            <a:endParaRPr lang="es-ES_tradnl" altLang="es-ES"/>
          </a:p>
        </p:txBody>
      </p:sp>
      <p:sp>
        <p:nvSpPr>
          <p:cNvPr id="6" name="Marcador de posición de texto 5"/>
          <p:cNvSpPr>
            <a:spLocks noGrp="1"/>
          </p:cNvSpPr>
          <p:nvPr>
            <p:ph type="body" sz="quarter" idx="13"/>
          </p:nvPr>
        </p:nvSpPr>
        <p:spPr/>
        <p:txBody>
          <a:bodyPr/>
          <a:p>
            <a:r>
              <a:rPr lang="es-ES_tradnl" altLang="es-ES"/>
              <a:t>Consiste en trasformar el código escrito mediante un lenguaje de programación en código binario o entendible por un ordenador</a:t>
            </a:r>
            <a:endParaRPr lang="es-ES_tradnl" altLang="es-ES"/>
          </a:p>
        </p:txBody>
      </p:sp>
      <p:pic>
        <p:nvPicPr>
          <p:cNvPr id="7" name="Imagen 6"/>
          <p:cNvPicPr>
            <a:picLocks noChangeAspect="1"/>
          </p:cNvPicPr>
          <p:nvPr/>
        </p:nvPicPr>
        <p:blipFill>
          <a:blip r:embed="rId1"/>
          <a:stretch>
            <a:fillRect/>
          </a:stretch>
        </p:blipFill>
        <p:spPr>
          <a:xfrm>
            <a:off x="2122170" y="2468880"/>
            <a:ext cx="7858125" cy="3143250"/>
          </a:xfrm>
          <a:prstGeom prst="rect">
            <a:avLst/>
          </a:prstGeom>
        </p:spPr>
      </p:pic>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Fases de la traducción</a:t>
            </a:r>
            <a:endParaRPr lang="es-ES_tradnl" altLang="es-ES"/>
          </a:p>
        </p:txBody>
      </p:sp>
      <p:pic>
        <p:nvPicPr>
          <p:cNvPr id="3" name="Imagen 2"/>
          <p:cNvPicPr>
            <a:picLocks noChangeAspect="1"/>
          </p:cNvPicPr>
          <p:nvPr/>
        </p:nvPicPr>
        <p:blipFill>
          <a:blip r:embed="rId1"/>
          <a:stretch>
            <a:fillRect/>
          </a:stretch>
        </p:blipFill>
        <p:spPr>
          <a:xfrm>
            <a:off x="6073775" y="417830"/>
            <a:ext cx="4608830" cy="5805170"/>
          </a:xfrm>
          <a:prstGeom prst="rect">
            <a:avLst/>
          </a:prstGeom>
        </p:spPr>
      </p:pic>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Compilador</a:t>
            </a:r>
            <a:endParaRPr lang="es-ES_tradnl" altLang="es-ES"/>
          </a:p>
        </p:txBody>
      </p:sp>
      <p:sp>
        <p:nvSpPr>
          <p:cNvPr id="6" name="Marcador de posición de texto 5"/>
          <p:cNvSpPr>
            <a:spLocks noGrp="1"/>
          </p:cNvSpPr>
          <p:nvPr>
            <p:ph type="body" sz="quarter" idx="13"/>
          </p:nvPr>
        </p:nvSpPr>
        <p:spPr/>
        <p:txBody>
          <a:bodyPr/>
          <a:p>
            <a:r>
              <a:rPr lang="es-ES_tradnl" altLang="es-ES"/>
              <a:t>Para obtener un programa ejecutable (en lenguaje máquina) a partir de un lenguaje de alto nivel (compilado), es preciso un proceso de traducción. Se divide en varias fases:</a:t>
            </a:r>
            <a:endParaRPr lang="es-ES_tradnl" altLang="es-ES"/>
          </a:p>
          <a:p>
            <a:r>
              <a:rPr lang="es-ES_tradnl" altLang="es-ES" b="1"/>
              <a:t>A. Compilación</a:t>
            </a:r>
            <a:endParaRPr lang="es-ES_tradnl" altLang="es-ES" b="1"/>
          </a:p>
          <a:p>
            <a:pPr lvl="1"/>
            <a:r>
              <a:rPr lang="es-ES_tradnl" altLang="es-ES"/>
              <a:t>En esta fase se convierte el código fuente a lenguaje máquina, pero no se asignan direcciones absolutas de memoria, pues no se sabe con exactitud a qué lugar va a ir el programa, en su lugar se colocan informaciones para el programa enlazador. Se divide en varias etapas:</a:t>
            </a:r>
            <a:endParaRPr lang="es-ES_tradnl" altLang="es-ES"/>
          </a:p>
          <a:p>
            <a:pPr lvl="2"/>
            <a:r>
              <a:rPr lang="es-ES_tradnl" altLang="es-ES" b="1"/>
              <a:t>1. Preprocesamiento</a:t>
            </a:r>
            <a:r>
              <a:rPr lang="es-ES_tradnl" altLang="es-ES"/>
              <a:t>:  no se genera código objeto, básicamente lo que se hace son modificaciones al código fuente (se expanden las macros, pueden eliminarse ciertos módulos de programa -compilación condicional-, pueden añadirse librerías externas, ...). En C las instrucciones para el preprocesador vienen precedidas por # (#include --&gt; incluye un fichero, #define --&gt; (definición de macro) realiza una macrosustitución, #if, #ifdef, #ifndef --&gt; realiza una compilación condicional del bloque).</a:t>
            </a:r>
            <a:endParaRPr lang="es-ES_tradnl" altLang="es-ES"/>
          </a:p>
          <a:p>
            <a:pPr lvl="2"/>
            <a:r>
              <a:rPr lang="es-ES_tradnl" altLang="es-ES" b="1"/>
              <a:t>2. Generación de código intermedio</a:t>
            </a:r>
            <a:r>
              <a:rPr lang="es-ES_tradnl" altLang="es-ES"/>
              <a:t>: se genera un pseudo-código ensamblador, es decir, independiente de la máquina. Es un lenguaje ensamblador muy genérico, no válido para ningún mP, que elimina todas las complejidades de este lenguaje.</a:t>
            </a:r>
            <a:endParaRPr lang="es-ES_tradnl" altLang="es-ES"/>
          </a:p>
          <a:p>
            <a:pPr lvl="2"/>
            <a:r>
              <a:rPr lang="es-ES_tradnl" altLang="es-ES" b="1"/>
              <a:t>3. Generación de código objeto</a:t>
            </a:r>
            <a:r>
              <a:rPr lang="es-ES_tradnl" altLang="es-ES"/>
              <a:t>: el código objeto ya es código máquina, pero ciertas direcciones de memoria todavía no están resueltas y han sido sustituidas por etiquetas (nombres), pues todavía no sabemos en qué lugar de la memoria se va a cargar cada módulo del programa.</a:t>
            </a:r>
            <a:endParaRPr lang="es-ES_tradnl" altLang="es-ES"/>
          </a:p>
          <a:p>
            <a:pPr lvl="1"/>
            <a:r>
              <a:rPr lang="es-ES_tradnl" altLang="es-ES"/>
              <a:t>Entre medias se pueden hacer diversas </a:t>
            </a:r>
            <a:r>
              <a:rPr lang="es-ES_tradnl" altLang="es-ES" b="1"/>
              <a:t>optimizaciones</a:t>
            </a:r>
            <a:r>
              <a:rPr lang="es-ES_tradnl" altLang="es-ES"/>
              <a:t>, bien para que se ejecute más rápido, ocupe menos espacio, compilar al lenguaje de oros microprocesadores (compiladores cruzados), obtener el código óptimo para mi microprocesador o hacerlo más compatible con viejos procesadores. </a:t>
            </a:r>
            <a:endParaRPr lang="es-ES_tradnl" altLang="es-ES"/>
          </a:p>
        </p:txBody>
      </p:sp>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Compilador</a:t>
            </a:r>
            <a:endParaRPr lang="es-ES_tradnl" altLang="es-ES"/>
          </a:p>
        </p:txBody>
      </p:sp>
      <p:sp>
        <p:nvSpPr>
          <p:cNvPr id="6" name="Marcador de posición de texto 5"/>
          <p:cNvSpPr>
            <a:spLocks noGrp="1"/>
          </p:cNvSpPr>
          <p:nvPr>
            <p:ph type="body" sz="quarter" idx="13"/>
          </p:nvPr>
        </p:nvSpPr>
        <p:spPr/>
        <p:txBody>
          <a:bodyPr/>
          <a:p>
            <a:r>
              <a:rPr lang="es-ES_tradnl" altLang="es-ES" b="1"/>
              <a:t>B. Enlace</a:t>
            </a:r>
            <a:endParaRPr lang="es-ES_tradnl" altLang="es-ES" b="1"/>
          </a:p>
          <a:p>
            <a:pPr lvl="1"/>
            <a:r>
              <a:rPr lang="es-ES_tradnl" altLang="es-ES"/>
              <a:t>Si nuestro programa es muy extenso podemos descomponerlo en módulos que se compilan y prueban por separado, pero para construir el programa completo es necesario enlazarlos. Estos módulos también pueden ser librerías estáticas, que debemos enlazar antes de poder ejecutarlo (las librerías dinámicas se enlazan mientras se ejecuta el programa, es decir, se cargan en la memoria asignada al programa cuando se está ejecutando).</a:t>
            </a:r>
            <a:endParaRPr lang="es-ES_tradnl" altLang="es-ES"/>
          </a:p>
          <a:p>
            <a:pPr lvl="0"/>
            <a:r>
              <a:rPr lang="es-ES_tradnl" altLang="es-ES" b="1"/>
              <a:t>C. Ejecución</a:t>
            </a:r>
            <a:endParaRPr lang="es-ES_tradnl" altLang="es-ES" b="1"/>
          </a:p>
          <a:p>
            <a:pPr lvl="1"/>
            <a:r>
              <a:rPr lang="es-ES_tradnl" altLang="es-ES"/>
              <a:t>Para ejecutar un programa es necesario cargarlo en memoria. El caso más sencillo es cuando un programa cabe completamente en memoria, si el programa es demasiado grande se tendrá que dividir en segmentos, que se van cargando y descargando según necesidad.</a:t>
            </a:r>
            <a:endParaRPr lang="es-ES_tradnl" altLang="es-ES"/>
          </a:p>
        </p:txBody>
      </p:sp>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Compilador</a:t>
            </a:r>
            <a:endParaRPr lang="es-ES_tradnl" altLang="es-ES"/>
          </a:p>
        </p:txBody>
      </p:sp>
      <p:sp>
        <p:nvSpPr>
          <p:cNvPr id="6" name="Marcador de posición de texto 5"/>
          <p:cNvSpPr>
            <a:spLocks noGrp="1"/>
          </p:cNvSpPr>
          <p:nvPr>
            <p:ph type="body" sz="quarter" idx="13"/>
          </p:nvPr>
        </p:nvSpPr>
        <p:spPr/>
        <p:txBody>
          <a:bodyPr/>
          <a:p>
            <a:r>
              <a:rPr lang="es-ES_tradnl" altLang="es-ES" b="1"/>
              <a:t>Tipos de código.</a:t>
            </a:r>
            <a:endParaRPr lang="es-ES_tradnl" altLang="es-ES" b="1"/>
          </a:p>
          <a:p>
            <a:r>
              <a:rPr lang="es-ES_tradnl" altLang="es-ES"/>
              <a:t>Durante todo este proceso, el código pasa por diferentes estados:</a:t>
            </a:r>
            <a:endParaRPr lang="es-ES_tradnl" altLang="es-ES"/>
          </a:p>
          <a:p>
            <a:pPr lvl="1"/>
            <a:r>
              <a:rPr lang="es-ES_tradnl" altLang="es-ES" b="1"/>
              <a:t>Código Fuente</a:t>
            </a:r>
            <a:r>
              <a:rPr lang="es-ES_tradnl" altLang="es-ES"/>
              <a:t>: es el escrito por los programadores en algún editor de texto. Se escribe usando algún lenguaje de programación de alto nivel y contiene el conjunto de instrucciones necesarias.</a:t>
            </a:r>
            <a:endParaRPr lang="es-ES_tradnl" altLang="es-ES"/>
          </a:p>
          <a:p>
            <a:pPr lvl="1"/>
            <a:r>
              <a:rPr lang="es-ES_tradnl" altLang="es-ES" b="1"/>
              <a:t>Código Objeto</a:t>
            </a:r>
            <a:r>
              <a:rPr lang="es-ES_tradnl" altLang="es-ES"/>
              <a:t>: es el código binario resultado de compilar el código fuente. El código objeto no es directamente inteligible por el ser humano, pero tampoco por la computadora. Es un código intermedio entre el código fuente y el ejecutable y sólo existe si el programa se compila, ya que si se interpreta (traducción línea a línea del código) se traduce y se ejecuta en un solo paso.</a:t>
            </a:r>
            <a:endParaRPr lang="es-ES_tradnl" altLang="es-ES"/>
          </a:p>
          <a:p>
            <a:pPr lvl="1"/>
            <a:r>
              <a:rPr lang="es-ES_tradnl" altLang="es-ES" b="1"/>
              <a:t>Código Ejecutable</a:t>
            </a:r>
            <a:r>
              <a:rPr lang="es-ES_tradnl" altLang="es-ES"/>
              <a:t>: Es el código binario resultante de enlazar los archivos de código objeto con ciertas rutinas y bibliotecas necesarias. El sistema operativo será el encargado de cargar el código ejecutable en memoria RAM y proceder a ejecutarlo. También es conocido como código máquina y ya sí es directamente inteligible por la computadora.</a:t>
            </a:r>
            <a:endParaRPr lang="es-ES_tradnl" altLang="es-ES"/>
          </a:p>
          <a:p>
            <a:endParaRPr lang="es-ES_tradnl" altLang="es-ES"/>
          </a:p>
          <a:p>
            <a:r>
              <a:rPr lang="es-ES_tradnl" altLang="es-ES"/>
              <a:t>Hoy en día, con los IDE (entornos de desarrollo integrado) todas estas fases se realizan de manera automática al pulsar un botón. Nosotros lo único que tenemos que hacer es trabajar en un proyecto donde se encuentran codificados todos los programas fuente (en uno o varios módulos).</a:t>
            </a:r>
            <a:endParaRPr lang="es-ES_tradnl" altLang="es-ES"/>
          </a:p>
        </p:txBody>
      </p:sp>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Intérprete</a:t>
            </a:r>
            <a:endParaRPr lang="es-ES_tradnl" altLang="es-ES"/>
          </a:p>
        </p:txBody>
      </p:sp>
      <p:sp>
        <p:nvSpPr>
          <p:cNvPr id="6" name="Marcador de posición de texto 5"/>
          <p:cNvSpPr>
            <a:spLocks noGrp="1"/>
          </p:cNvSpPr>
          <p:nvPr>
            <p:ph type="body" sz="quarter" idx="13"/>
          </p:nvPr>
        </p:nvSpPr>
        <p:spPr/>
        <p:txBody>
          <a:bodyPr/>
          <a:p>
            <a:r>
              <a:rPr lang="es-ES_tradnl" altLang="es-ES"/>
              <a:t>Es un programa informático capaz de analizar y ejecutar otros programas, escritos en un lenguaje de alto nivel. </a:t>
            </a:r>
            <a:endParaRPr lang="es-ES_tradnl" altLang="es-ES"/>
          </a:p>
          <a:p>
            <a:r>
              <a:rPr lang="es-ES_tradnl" altLang="es-ES"/>
              <a:t>Los intérpretes se diferencian de los compiladores en que mientras estos traducen un programa desde su descripción en un lenguaje de programación al código de máquina del sistema, los intérpretes sólo realizan la traducción a medida que sea necesaria, típicamente, instrucción por instrucción, y normalmente no guardan el resultado de dicha traducción.</a:t>
            </a:r>
            <a:endParaRPr lang="es-ES_tradnl" altLang="es-ES"/>
          </a:p>
          <a:p>
            <a:r>
              <a:rPr lang="es-ES_tradnl" altLang="es-ES"/>
              <a:t>Cada vez que se ejecutan se deben interpretar de nuevo.</a:t>
            </a:r>
            <a:endParaRPr lang="es-ES_tradnl" altLang="es-ES"/>
          </a:p>
          <a:p>
            <a:r>
              <a:rPr lang="es-ES_tradnl" altLang="es-ES"/>
              <a:t>La ejecución del programa por medio de un intérprete es usualmente mucho menos eficiente que la ejecución de un programa compilado. No es eficiente en tiempo porque, o cada instrucción debe pasar por una interpretación en tiempo de ejecución, o como en más recientes implementaciones, el código tiene que ser compilado a una representación intermedia antes de cada ejecución. La máquina virtual es una solución parcial al problema de la eficiencia del tiempo pues la definición del lenguaje intermedio es mucha más cercana al lenguaje de máquina y por lo tanto más fácil de ser traducida en tiempo de ejecución. </a:t>
            </a:r>
            <a:endParaRPr lang="es-ES_tradnl" altLang="es-ES"/>
          </a:p>
          <a:p>
            <a:r>
              <a:rPr lang="es-ES_tradnl" altLang="es-ES"/>
              <a:t>Otra desventaja es la necesidad de un intérprete en la máquina local para poder hacer la ejecución posible</a:t>
            </a:r>
            <a:endParaRPr lang="es-ES_tradnl" altLang="es-ES"/>
          </a:p>
        </p:txBody>
      </p:sp>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Lenguajes interpretados y Lenguajes compilados</a:t>
            </a:r>
            <a:endParaRPr lang="es-ES_tradnl" altLang="es-ES"/>
          </a:p>
        </p:txBody>
      </p:sp>
      <p:sp>
        <p:nvSpPr>
          <p:cNvPr id="6" name="Marcador de posición de texto 5"/>
          <p:cNvSpPr>
            <a:spLocks noGrp="1"/>
          </p:cNvSpPr>
          <p:nvPr>
            <p:ph type="body" sz="quarter" idx="13"/>
          </p:nvPr>
        </p:nvSpPr>
        <p:spPr/>
        <p:txBody>
          <a:bodyPr/>
          <a:p>
            <a:r>
              <a:rPr lang="es-ES" altLang="en-US" b="1"/>
              <a:t>Lenguaje interpretado</a:t>
            </a:r>
            <a:r>
              <a:rPr lang="es-ES_tradnl" altLang="es-ES" b="1"/>
              <a:t>: u</a:t>
            </a:r>
            <a:r>
              <a:rPr lang="es-ES" altLang="en-US"/>
              <a:t>n lenguaje de programación es, por definición, diferente al lenguaje máquina. Por lo tanto, debe traducirse para que el procesador pueda comprenderlo. Un programa escrito en un lenguaje interpretado requiere de un programa auxiliar (el intérprete), que traduce los comandos de los programas según sea necesario. </a:t>
            </a:r>
            <a:endParaRPr lang="es-ES" altLang="en-US"/>
          </a:p>
          <a:p>
            <a:endParaRPr lang="es-ES" altLang="en-US"/>
          </a:p>
          <a:p>
            <a:r>
              <a:rPr lang="es-ES" altLang="en-US" b="1"/>
              <a:t>Lenguaje compilado</a:t>
            </a:r>
            <a:r>
              <a:rPr lang="es-ES_tradnl" altLang="es-ES"/>
              <a:t>: u</a:t>
            </a:r>
            <a:r>
              <a:rPr lang="es-ES" altLang="en-US"/>
              <a:t>n programa escrito en un lenguaje "compilado" se traduce a través de un programa anexo llamado compilador que, a su vez, crea un nuevo archivo independiente que no necesita ningún otro programa para ejecutarse a sí mismo. Este archivo se llama </a:t>
            </a:r>
            <a:r>
              <a:rPr lang="es-ES" altLang="en-US" b="1"/>
              <a:t>ejecutable</a:t>
            </a:r>
            <a:r>
              <a:rPr lang="es-ES" altLang="en-US"/>
              <a:t>. </a:t>
            </a:r>
            <a:endParaRPr lang="es-ES" altLang="en-US"/>
          </a:p>
          <a:p>
            <a:pPr lvl="1"/>
            <a:r>
              <a:rPr lang="es-ES" altLang="en-US"/>
              <a:t>Un programa escrito en un lenguaje compilado posee la ventaja de no necesitar un programa anexo para ser ejecutado una vez que ha sido compilado. Además, como sólo es necesaria una traducción, la ejecución se vuelve más rápida. Sin embargo, no es tan flexible como un programa escrito en lenguaje interpretado, ya que cada modificación del archivo fuente (el archivo comprensible para los seres humanos: el archivo a compilar) requiere de la compilación del programa para aplicar los cambios. </a:t>
            </a:r>
            <a:endParaRPr lang="es-ES" altLang="en-US"/>
          </a:p>
          <a:p>
            <a:pPr lvl="1"/>
            <a:r>
              <a:rPr lang="es-ES" altLang="en-US"/>
              <a:t>Por otra parte, un programa compilado tiene la ventaja de garantizar la seguridad del código fuente. En efecto, el lenguaje interpretado, al ser directamente un lenguaje legible, hace que cualquier persona pueda conocer los secretos de fabricación de un programa y, de ese modo, copiar su código o incluso modificarlo. Por lo tanto, existe el riesgo de que los derechos de autor no sean respetados. Por otro lado, ciertas aplicaciones aseguradas necesitan confidencialidad de código para evitar las copias ilegales (transacciones bancarias, pagos en línea, comunicaciones seguras...). </a:t>
            </a:r>
            <a:endParaRPr lang="es-ES" altLang="en-US"/>
          </a:p>
          <a:p>
            <a:endParaRPr lang="es-ES" altLang="en-US"/>
          </a:p>
          <a:p>
            <a:endParaRPr lang="es-ES" altLang="en-US"/>
          </a:p>
        </p:txBody>
      </p:sp>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Lenguajes intermedios</a:t>
            </a:r>
            <a:endParaRPr lang="es-ES_tradnl" altLang="es-ES"/>
          </a:p>
        </p:txBody>
      </p:sp>
      <p:sp>
        <p:nvSpPr>
          <p:cNvPr id="6" name="Marcador de posición de texto 5"/>
          <p:cNvSpPr>
            <a:spLocks noGrp="1"/>
          </p:cNvSpPr>
          <p:nvPr>
            <p:ph type="body" sz="quarter" idx="13"/>
          </p:nvPr>
        </p:nvSpPr>
        <p:spPr/>
        <p:txBody>
          <a:bodyPr/>
          <a:p>
            <a:r>
              <a:rPr lang="es-ES" altLang="en-US" b="1"/>
              <a:t>Lenguajes intermediarios</a:t>
            </a:r>
            <a:r>
              <a:rPr lang="es-ES_tradnl" altLang="es-ES"/>
              <a:t>: a</a:t>
            </a:r>
            <a:r>
              <a:rPr lang="es-ES" altLang="en-US"/>
              <a:t>lgunos lenguajes pertenecen a ambas categorías (LISP, Java, Python...) dado que el programa escrito en estos lenguajes puede, en ciertos casos, sufrir una fase de compilación intermediaria, en un archivo escrito en un lenguaje ininteligible (por lo tanto diferente al archivo fuente) y no ejecutable (requeriría un intérprete</a:t>
            </a:r>
            <a:r>
              <a:rPr lang="es-ES_tradnl" altLang="es-ES"/>
              <a:t> o máquina virtual). El objetivo es compilarlos una vez y poder ejecutarlos en distintos sietmas, pues el coódigo generado es independiente del sistema y plataforma, y sí se interpreta o ejecuta por una máquina virtual que sí es dependiente del sistema o plataforma..</a:t>
            </a:r>
            <a:endParaRPr lang="es-ES_tradnl" altLang="es-ES"/>
          </a:p>
        </p:txBody>
      </p:sp>
      <p:pic>
        <p:nvPicPr>
          <p:cNvPr id="8" name="Imagen 7"/>
          <p:cNvPicPr>
            <a:picLocks noChangeAspect="1"/>
          </p:cNvPicPr>
          <p:nvPr/>
        </p:nvPicPr>
        <p:blipFill>
          <a:blip r:embed="rId1"/>
          <a:stretch>
            <a:fillRect/>
          </a:stretch>
        </p:blipFill>
        <p:spPr>
          <a:xfrm>
            <a:off x="3725545" y="3278505"/>
            <a:ext cx="4651375" cy="3013710"/>
          </a:xfrm>
          <a:prstGeom prst="rect">
            <a:avLst/>
          </a:prstGeom>
        </p:spPr>
      </p:pic>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Tipos de Lenguajes</a:t>
            </a:r>
            <a:endParaRPr lang="es-ES_tradnl" altLang="es-ES"/>
          </a:p>
        </p:txBody>
      </p:sp>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pic>
        <p:nvPicPr>
          <p:cNvPr id="3" name="Imagen 2"/>
          <p:cNvPicPr>
            <a:picLocks noChangeAspect="1"/>
          </p:cNvPicPr>
          <p:nvPr/>
        </p:nvPicPr>
        <p:blipFill>
          <a:blip r:embed="rId1"/>
          <a:srcRect b="12926"/>
          <a:stretch>
            <a:fillRect/>
          </a:stretch>
        </p:blipFill>
        <p:spPr>
          <a:xfrm>
            <a:off x="3171190" y="1288415"/>
            <a:ext cx="5760720" cy="50209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ítulo 4"/>
          <p:cNvSpPr>
            <a:spLocks noGrp="1"/>
          </p:cNvSpPr>
          <p:nvPr>
            <p:ph type="title"/>
          </p:nvPr>
        </p:nvSpPr>
        <p:spPr>
          <a:xfrm>
            <a:off x="444500" y="542925"/>
            <a:ext cx="11214100" cy="534035"/>
          </a:xfrm>
        </p:spPr>
        <p:txBody>
          <a:bodyPr/>
          <a:p>
            <a:r>
              <a:rPr lang="es-ES_tradnl" altLang="es-ES"/>
              <a:t>Lenguajes más usados</a:t>
            </a:r>
            <a:endParaRPr lang="es-ES_tradnl" altLang="es-ES"/>
          </a:p>
        </p:txBody>
      </p:sp>
      <p:sp>
        <p:nvSpPr>
          <p:cNvPr id="6" name="Marcador de posición de texto 5"/>
          <p:cNvSpPr>
            <a:spLocks noGrp="1"/>
          </p:cNvSpPr>
          <p:nvPr>
            <p:ph type="body" sz="quarter" idx="13"/>
          </p:nvPr>
        </p:nvSpPr>
        <p:spPr/>
        <p:txBody>
          <a:bodyPr/>
          <a:p>
            <a:r>
              <a:rPr lang="es-ES" altLang="en-US"/>
              <a:t>TIOBE, la compañía tras </a:t>
            </a:r>
            <a:r>
              <a:rPr lang="es-ES" altLang="en-US">
                <a:hlinkClick r:id="rId1" action="ppaction://hlinkfile">
                  <a:extLst>
                    <a:ext uri="{DAF060AB-1E55-43B9-8AAB-6FB025537F2F}">
                      <wpsdc:hlinkClr xmlns:wpsdc="http://www.wps.cn/officeDocument/2017/drawingmlCustomData" val="0C75AC"/>
                      <wpsdc:folHlinkClr xmlns:wpsdc="http://www.wps.cn/officeDocument/2017/drawingmlCustomData" val="9F6715"/>
                      <wpsdc:hlinkUnderline xmlns:wpsdc="http://www.wps.cn/officeDocument/2017/drawingmlCustomData" val="1"/>
                    </a:ext>
                  </a:extLst>
                </a:hlinkClick>
              </a:rPr>
              <a:t>este índice</a:t>
            </a:r>
            <a:r>
              <a:rPr lang="es-ES" altLang="en-US"/>
              <a:t>, analiza más de 1.056 millones de líneas de código cada día para clientes de todo el mundo. También monitoriza buscadores y otras fuentes de datos para puntuar los lenguajes de programación según su demanda.</a:t>
            </a:r>
            <a:endParaRPr lang="es-ES" altLang="en-US"/>
          </a:p>
        </p:txBody>
      </p:sp>
      <p:pic>
        <p:nvPicPr>
          <p:cNvPr id="7" name="Imagen 6" descr="Screenshot_20210911_203041"/>
          <p:cNvPicPr>
            <a:picLocks noChangeAspect="1"/>
          </p:cNvPicPr>
          <p:nvPr/>
        </p:nvPicPr>
        <p:blipFill>
          <a:blip r:embed="rId2"/>
          <a:stretch>
            <a:fillRect/>
          </a:stretch>
        </p:blipFill>
        <p:spPr>
          <a:xfrm>
            <a:off x="2882265" y="2588260"/>
            <a:ext cx="6427470" cy="3613785"/>
          </a:xfrm>
          <a:prstGeom prst="rect">
            <a:avLst/>
          </a:prstGeom>
        </p:spPr>
      </p:pic>
      <p:sp>
        <p:nvSpPr>
          <p:cNvPr id="8" name="Marcador de posición de pie de página 7"/>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title"/>
          </p:nvPr>
        </p:nvSpPr>
        <p:spPr>
          <a:xfrm>
            <a:off x="533399" y="3200400"/>
            <a:ext cx="7551057" cy="2859313"/>
          </a:xfrm>
        </p:spPr>
        <p:txBody>
          <a:bodyPr rtlCol="0">
            <a:normAutofit fontScale="90000"/>
          </a:bodyPr>
          <a:lstStyle/>
          <a:p>
            <a:pPr rtl="0"/>
            <a:r>
              <a:rPr lang="es-ES"/>
              <a:t>"‘Si lo puedes imaginar, lo puedes programar’ significa que el primer paso es visualizar la solución en mi cabeza. Luego, la programación me da un lenguaje en el que puedo expresar esta idea para que la computadora lo entienda y lo ejecute”</a:t>
            </a:r>
            <a:br>
              <a:rPr lang="es-ES" dirty="0"/>
            </a:br>
            <a:r>
              <a:rPr lang="es-ES" sz="2400" dirty="0"/>
              <a:t>- </a:t>
            </a:r>
            <a:r>
              <a:rPr lang="es-ES_tradnl" altLang="es-ES" sz="2400" dirty="0"/>
              <a:t>Tu profesor</a:t>
            </a:r>
            <a:endParaRPr lang="es-ES_tradnl" altLang="es-ES" sz="2400" dirty="0"/>
          </a:p>
        </p:txBody>
      </p:sp>
      <p:sp>
        <p:nvSpPr>
          <p:cNvPr id="3" name="Marcador de posición de pie de página 2"/>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p:cNvSpPr>
            <a:spLocks noGrp="1"/>
          </p:cNvSpPr>
          <p:nvPr>
            <p:ph type="title"/>
          </p:nvPr>
        </p:nvSpPr>
        <p:spPr>
          <a:xfrm>
            <a:off x="444500" y="542925"/>
            <a:ext cx="11214100" cy="534035"/>
          </a:xfrm>
        </p:spPr>
        <p:txBody>
          <a:bodyPr rtlCol="0"/>
          <a:lstStyle/>
          <a:p>
            <a:pPr rtl="0"/>
            <a:r>
              <a:rPr lang="es-ES_tradnl" altLang="es-ES"/>
              <a:t>Recursos</a:t>
            </a:r>
            <a:endParaRPr lang="es-ES_tradnl" altLang="es-ES"/>
          </a:p>
        </p:txBody>
      </p:sp>
      <p:sp>
        <p:nvSpPr>
          <p:cNvPr id="10" name="Marcador de texto 9"/>
          <p:cNvSpPr>
            <a:spLocks noGrp="1"/>
          </p:cNvSpPr>
          <p:nvPr>
            <p:ph type="body" sz="quarter" idx="13"/>
          </p:nvPr>
        </p:nvSpPr>
        <p:spPr/>
        <p:txBody>
          <a:bodyPr rtlCol="0"/>
          <a:lstStyle/>
          <a:p>
            <a:pPr rtl="0"/>
            <a:r>
              <a:rPr lang="es-ES_tradnl" altLang="es-ES">
                <a:sym typeface="+mn-ea"/>
              </a:rPr>
              <a:t>Twitter: https://twitter.com/joseluisgonsan</a:t>
            </a:r>
            <a:endParaRPr lang="es-ES_tradnl" altLang="es-ES"/>
          </a:p>
          <a:p>
            <a:pPr rtl="0"/>
            <a:r>
              <a:rPr lang="es-ES_tradnl" altLang="es-ES">
                <a:sym typeface="+mn-ea"/>
              </a:rPr>
              <a:t>GitHub: https://github.com/joseluisgs</a:t>
            </a:r>
            <a:endParaRPr lang="es-ES_tradnl" altLang="es-ES"/>
          </a:p>
          <a:p>
            <a:pPr rtl="0"/>
            <a:r>
              <a:rPr lang="es-ES_tradnl" altLang="es-ES">
                <a:sym typeface="+mn-ea"/>
              </a:rPr>
              <a:t>Web: https://joseluisgs.github.io</a:t>
            </a:r>
            <a:endParaRPr lang="es-ES_tradnl" altLang="es-ES"/>
          </a:p>
          <a:p>
            <a:pPr rtl="0"/>
            <a:r>
              <a:rPr lang="es-ES_tradnl" altLang="es-ES">
                <a:sym typeface="+mn-ea"/>
              </a:rPr>
              <a:t>Discord: https://discord.gg/uv7GcytM</a:t>
            </a:r>
            <a:endParaRPr lang="es-ES_tradnl" altLang="es-ES"/>
          </a:p>
          <a:p>
            <a:pPr rtl="0"/>
            <a:r>
              <a:rPr lang="es-ES_tradnl" altLang="es-ES">
                <a:sym typeface="+mn-ea"/>
              </a:rPr>
              <a:t>Aula Virtual: https://aulavirtual33.educa.madrid.org/ies.luisvives.leganes/course/view.php?id=245</a:t>
            </a:r>
            <a:endParaRPr lang="es-ES_tradnl" altLang="es-ES"/>
          </a:p>
        </p:txBody>
      </p:sp>
      <p:pic>
        <p:nvPicPr>
          <p:cNvPr id="12" name="Imagen 11"/>
          <p:cNvPicPr>
            <a:picLocks noChangeAspect="1"/>
          </p:cNvPicPr>
          <p:nvPr/>
        </p:nvPicPr>
        <p:blipFill>
          <a:blip r:embed="rId1"/>
          <a:stretch>
            <a:fillRect/>
          </a:stretch>
        </p:blipFill>
        <p:spPr>
          <a:xfrm>
            <a:off x="6242685" y="4178935"/>
            <a:ext cx="920115" cy="920115"/>
          </a:xfrm>
          <a:prstGeom prst="rect">
            <a:avLst/>
          </a:prstGeom>
        </p:spPr>
      </p:pic>
      <p:pic>
        <p:nvPicPr>
          <p:cNvPr id="13" name="Imagen 12"/>
          <p:cNvPicPr>
            <a:picLocks noChangeAspect="1"/>
          </p:cNvPicPr>
          <p:nvPr/>
        </p:nvPicPr>
        <p:blipFill>
          <a:blip r:embed="rId2"/>
          <a:stretch>
            <a:fillRect/>
          </a:stretch>
        </p:blipFill>
        <p:spPr>
          <a:xfrm>
            <a:off x="7569200" y="4178935"/>
            <a:ext cx="920115" cy="920115"/>
          </a:xfrm>
          <a:prstGeom prst="rect">
            <a:avLst/>
          </a:prstGeom>
        </p:spPr>
      </p:pic>
      <p:pic>
        <p:nvPicPr>
          <p:cNvPr id="14" name="Imagen 13"/>
          <p:cNvPicPr>
            <a:picLocks noChangeAspect="1"/>
          </p:cNvPicPr>
          <p:nvPr/>
        </p:nvPicPr>
        <p:blipFill>
          <a:blip r:embed="rId3"/>
          <a:stretch>
            <a:fillRect/>
          </a:stretch>
        </p:blipFill>
        <p:spPr>
          <a:xfrm>
            <a:off x="3591560" y="4178935"/>
            <a:ext cx="920115" cy="920115"/>
          </a:xfrm>
          <a:prstGeom prst="rect">
            <a:avLst/>
          </a:prstGeom>
        </p:spPr>
      </p:pic>
      <p:pic>
        <p:nvPicPr>
          <p:cNvPr id="15" name="Imagen 14" descr="pngegg"/>
          <p:cNvPicPr>
            <a:picLocks noChangeAspect="1"/>
          </p:cNvPicPr>
          <p:nvPr/>
        </p:nvPicPr>
        <p:blipFill>
          <a:blip r:embed="rId4"/>
          <a:stretch>
            <a:fillRect/>
          </a:stretch>
        </p:blipFill>
        <p:spPr>
          <a:xfrm>
            <a:off x="4930140" y="4178935"/>
            <a:ext cx="920115" cy="920115"/>
          </a:xfrm>
          <a:prstGeom prst="rect">
            <a:avLst/>
          </a:prstGeom>
        </p:spPr>
      </p:pic>
      <p:sp>
        <p:nvSpPr>
          <p:cNvPr id="2" name="Marcador de posición de pie de página 1"/>
          <p:cNvSpPr>
            <a:spLocks noGrp="1"/>
          </p:cNvSpPr>
          <p:nvPr>
            <p:ph type="ftr" sz="quarter" idx="3"/>
          </p:nvPr>
        </p:nvSpPr>
        <p:spPr/>
        <p:txBody>
          <a:bodyPr/>
          <a:p>
            <a:r>
              <a:rPr lang="es-ES" dirty="0"/>
              <a:t>1DAM. Prgramación. 01 Introducción a la Programación de Software</a:t>
            </a:r>
            <a:endParaRPr lang="es-ES" dirty="0"/>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rtlCol="0"/>
          <a:lstStyle/>
          <a:p>
            <a:pPr rtl="0"/>
            <a:r>
              <a:rPr lang="es-ES"/>
              <a:t>Gracias</a:t>
            </a:r>
            <a:endParaRPr lang="es-ES"/>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theme/theme1.xml><?xml version="1.0" encoding="utf-8"?>
<a:theme xmlns:a="http://schemas.openxmlformats.org/drawingml/2006/main" name="Tema de Office">
  <a:themeElements>
    <a:clrScheme name="Verde azulado">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Verde azulado">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Tema de Office</Template>
  <TotalTime>0</TotalTime>
  <Words>20023</Words>
  <Application>WPS Presentation</Application>
  <PresentationFormat>Panorámica</PresentationFormat>
  <Paragraphs>272</Paragraphs>
  <Slides>36</Slides>
  <Notes>14</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36</vt:i4>
      </vt:variant>
    </vt:vector>
  </HeadingPairs>
  <TitlesOfParts>
    <vt:vector size="51" baseType="lpstr">
      <vt:lpstr>Arial</vt:lpstr>
      <vt:lpstr>SimSun</vt:lpstr>
      <vt:lpstr>Wingdings</vt:lpstr>
      <vt:lpstr>Trebuchet MS</vt:lpstr>
      <vt:lpstr>Trade Gothic LT Pro</vt:lpstr>
      <vt:lpstr>Noto Naskh Arabic</vt:lpstr>
      <vt:lpstr>Tahoma</vt:lpstr>
      <vt:lpstr>DejaVu Sans</vt:lpstr>
      <vt:lpstr>Microsoft YaHei</vt:lpstr>
      <vt:lpstr>Droid Sans Fallback</vt:lpstr>
      <vt:lpstr>Arial Unicode MS</vt:lpstr>
      <vt:lpstr>Calibri</vt:lpstr>
      <vt:lpstr>Calibri Light</vt:lpstr>
      <vt:lpstr>Tema de Office</vt:lpstr>
      <vt:lpstr>1_Tema de Office</vt:lpstr>
      <vt:lpstr>Programación</vt:lpstr>
      <vt:lpstr>Contenidos</vt:lpstr>
      <vt:lpstr>Algoritmos y Programas</vt:lpstr>
      <vt:lpstr>Algoritmo y Programas</vt:lpstr>
      <vt:lpstr>Algoritmo y Programas</vt:lpstr>
      <vt:lpstr>Algoritmo y Programas</vt:lpstr>
      <vt:lpstr>Paradigmas de Programación</vt:lpstr>
      <vt:lpstr>Paradigmas de Programación</vt:lpstr>
      <vt:lpstr>Paradigmas de Programación</vt:lpstr>
      <vt:lpstr>Fases de la Programación</vt:lpstr>
      <vt:lpstr>Fases de Programación</vt:lpstr>
      <vt:lpstr>Análisis</vt:lpstr>
      <vt:lpstr>Diseño</vt:lpstr>
      <vt:lpstr>Codificación</vt:lpstr>
      <vt:lpstr>Pruebas</vt:lpstr>
      <vt:lpstr>Explotación y Mantenimiento</vt:lpstr>
      <vt:lpstr>Tipos de Lenguajes</vt:lpstr>
      <vt:lpstr>Conceptos a tener en cuenta</vt:lpstr>
      <vt:lpstr>Clasificación según su cercanía al programador</vt:lpstr>
      <vt:lpstr>Clasificación según su cercanía al programador</vt:lpstr>
      <vt:lpstr>Clasificación según su cercanía al programador</vt:lpstr>
      <vt:lpstr>Generaciones</vt:lpstr>
      <vt:lpstr>Compiladores e Intérpretes</vt:lpstr>
      <vt:lpstr>Proceso de Traducción</vt:lpstr>
      <vt:lpstr>Fases de la traducción</vt:lpstr>
      <vt:lpstr>Compilador</vt:lpstr>
      <vt:lpstr>Compilador</vt:lpstr>
      <vt:lpstr>Compilador</vt:lpstr>
      <vt:lpstr>Intérprete</vt:lpstr>
      <vt:lpstr>Lenguajes interpretados y Lenguajes compilados</vt:lpstr>
      <vt:lpstr>Lenguajes intermedios</vt:lpstr>
      <vt:lpstr>Tipos de Lenguajes</vt:lpstr>
      <vt:lpstr>Lenguajes más usados</vt:lpstr>
      <vt:lpstr>"‘Si lo puedes imaginar, lo puedes programar’ significa que el primer paso es visualizar la solución en mi cabeza. Luego, la programación me da un lenguaje en el que puedo expresar esta idea para que la computadora lo entienda y lo ejecute” - Tu profesor</vt:lpstr>
      <vt:lpstr>Recursos</vt:lpstr>
      <vt:lpstr>Gracias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aquí</dc:title>
  <dc:creator>1004</dc:creator>
  <cp:lastModifiedBy>link</cp:lastModifiedBy>
  <cp:revision>18</cp:revision>
  <dcterms:created xsi:type="dcterms:W3CDTF">2021-09-18T06:21:58Z</dcterms:created>
  <dcterms:modified xsi:type="dcterms:W3CDTF">2021-09-18T06:21:58Z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y fmtid="{D5CDD505-2E9C-101B-9397-08002B2CF9AE}" pid="3" name="KSOProductBuildVer">
    <vt:lpwstr>3082-11.1.0.10702</vt:lpwstr>
  </property>
</Properties>
</file>